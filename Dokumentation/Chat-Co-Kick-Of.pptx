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9FAB1D-9D01-47CC-82F6-2CB6ECBD4826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6689B6-3D24-44AB-B621-EE7D45AEEF71}">
      <dgm:prSet/>
      <dgm:spPr/>
      <dgm:t>
        <a:bodyPr/>
        <a:lstStyle/>
        <a:p>
          <a:r>
            <a:rPr lang="de-AT" dirty="0"/>
            <a:t>Eine sichere Kommunikationsplattform für interne Nutzung.</a:t>
          </a:r>
          <a:endParaRPr lang="en-US" dirty="0"/>
        </a:p>
      </dgm:t>
    </dgm:pt>
    <dgm:pt modelId="{35147633-B8F9-4D19-9D84-0236E3EA443A}" type="parTrans" cxnId="{735333D6-0186-4193-A179-9B4BB78DFCE2}">
      <dgm:prSet/>
      <dgm:spPr/>
      <dgm:t>
        <a:bodyPr/>
        <a:lstStyle/>
        <a:p>
          <a:endParaRPr lang="en-US"/>
        </a:p>
      </dgm:t>
    </dgm:pt>
    <dgm:pt modelId="{2DE26D99-AD7E-4ABD-BAEF-8EE48B52FEB5}" type="sibTrans" cxnId="{735333D6-0186-4193-A179-9B4BB78DFCE2}">
      <dgm:prSet/>
      <dgm:spPr/>
      <dgm:t>
        <a:bodyPr/>
        <a:lstStyle/>
        <a:p>
          <a:endParaRPr lang="en-US"/>
        </a:p>
      </dgm:t>
    </dgm:pt>
    <dgm:pt modelId="{E5E21608-BA2A-48BD-9B2E-10D15AD6CC6F}">
      <dgm:prSet/>
      <dgm:spPr/>
      <dgm:t>
        <a:bodyPr/>
        <a:lstStyle/>
        <a:p>
          <a:r>
            <a:rPr lang="de-AT" b="1"/>
            <a:t>Chat-Co ermöglicht:</a:t>
          </a:r>
          <a:endParaRPr lang="en-US"/>
        </a:p>
      </dgm:t>
    </dgm:pt>
    <dgm:pt modelId="{17D1744B-D87D-4B45-AF38-A6EA083FD1F1}" type="parTrans" cxnId="{9675768D-9174-4FF5-A7BC-673EEEB5AA2B}">
      <dgm:prSet/>
      <dgm:spPr/>
      <dgm:t>
        <a:bodyPr/>
        <a:lstStyle/>
        <a:p>
          <a:endParaRPr lang="en-US"/>
        </a:p>
      </dgm:t>
    </dgm:pt>
    <dgm:pt modelId="{3472847C-C6C5-49C5-AFF7-F587AF4C5420}" type="sibTrans" cxnId="{9675768D-9174-4FF5-A7BC-673EEEB5AA2B}">
      <dgm:prSet/>
      <dgm:spPr/>
      <dgm:t>
        <a:bodyPr/>
        <a:lstStyle/>
        <a:p>
          <a:endParaRPr lang="en-US"/>
        </a:p>
      </dgm:t>
    </dgm:pt>
    <dgm:pt modelId="{296422A4-3C1C-4480-9D31-108FA07517B8}">
      <dgm:prSet custT="1"/>
      <dgm:spPr/>
      <dgm:t>
        <a:bodyPr/>
        <a:lstStyle/>
        <a:p>
          <a:r>
            <a:rPr lang="de-AT" sz="1950" dirty="0"/>
            <a:t>interne Kommunikation</a:t>
          </a:r>
          <a:endParaRPr lang="en-US" sz="1950" dirty="0"/>
        </a:p>
      </dgm:t>
    </dgm:pt>
    <dgm:pt modelId="{DC3EA734-C339-436A-917E-84FF29621CB5}" type="parTrans" cxnId="{308090F7-10D3-4701-BB2A-57E077B27225}">
      <dgm:prSet/>
      <dgm:spPr/>
      <dgm:t>
        <a:bodyPr/>
        <a:lstStyle/>
        <a:p>
          <a:endParaRPr lang="en-US"/>
        </a:p>
      </dgm:t>
    </dgm:pt>
    <dgm:pt modelId="{5F79500A-EF8D-47DC-B7E2-39124A296466}" type="sibTrans" cxnId="{308090F7-10D3-4701-BB2A-57E077B27225}">
      <dgm:prSet/>
      <dgm:spPr/>
      <dgm:t>
        <a:bodyPr/>
        <a:lstStyle/>
        <a:p>
          <a:endParaRPr lang="en-US"/>
        </a:p>
      </dgm:t>
    </dgm:pt>
    <dgm:pt modelId="{4C369386-64EE-4AC8-B3AC-7A47C27766F6}">
      <dgm:prSet custT="1"/>
      <dgm:spPr/>
      <dgm:t>
        <a:bodyPr/>
        <a:lstStyle/>
        <a:p>
          <a:r>
            <a:rPr lang="de-AT" sz="1950" dirty="0"/>
            <a:t>sicheren Dateiaustausch</a:t>
          </a:r>
          <a:endParaRPr lang="en-US" sz="1950" dirty="0"/>
        </a:p>
      </dgm:t>
    </dgm:pt>
    <dgm:pt modelId="{28AE883C-FB8B-4E85-8BD1-AF98DCFA9CDF}" type="parTrans" cxnId="{AF973B69-3184-4F6A-9624-4F20502F36D7}">
      <dgm:prSet/>
      <dgm:spPr/>
      <dgm:t>
        <a:bodyPr/>
        <a:lstStyle/>
        <a:p>
          <a:endParaRPr lang="en-US"/>
        </a:p>
      </dgm:t>
    </dgm:pt>
    <dgm:pt modelId="{4661882E-7D82-4F0A-BDD0-0B766AF9EF3F}" type="sibTrans" cxnId="{AF973B69-3184-4F6A-9624-4F20502F36D7}">
      <dgm:prSet/>
      <dgm:spPr/>
      <dgm:t>
        <a:bodyPr/>
        <a:lstStyle/>
        <a:p>
          <a:endParaRPr lang="en-US"/>
        </a:p>
      </dgm:t>
    </dgm:pt>
    <dgm:pt modelId="{05FBFB3D-9FCE-4514-86B3-E37E15D320E3}">
      <dgm:prSet custT="1"/>
      <dgm:spPr/>
      <dgm:t>
        <a:bodyPr/>
        <a:lstStyle/>
        <a:p>
          <a:r>
            <a:rPr lang="de-AT" sz="2000" dirty="0"/>
            <a:t>volle Datenkontrolle</a:t>
          </a:r>
          <a:endParaRPr lang="en-US" sz="2000" dirty="0"/>
        </a:p>
      </dgm:t>
    </dgm:pt>
    <dgm:pt modelId="{9A4306A2-B1F8-460E-83DF-D58C199478E0}" type="parTrans" cxnId="{45E5DA1B-F199-4370-ACDE-6876880858B2}">
      <dgm:prSet/>
      <dgm:spPr/>
      <dgm:t>
        <a:bodyPr/>
        <a:lstStyle/>
        <a:p>
          <a:endParaRPr lang="en-US"/>
        </a:p>
      </dgm:t>
    </dgm:pt>
    <dgm:pt modelId="{A6941F63-F568-49E1-9045-8BA3608FCF04}" type="sibTrans" cxnId="{45E5DA1B-F199-4370-ACDE-6876880858B2}">
      <dgm:prSet/>
      <dgm:spPr/>
      <dgm:t>
        <a:bodyPr/>
        <a:lstStyle/>
        <a:p>
          <a:endParaRPr lang="en-US"/>
        </a:p>
      </dgm:t>
    </dgm:pt>
    <dgm:pt modelId="{D5176DBF-1B7A-4DB3-83C5-5101267C9C37}" type="pres">
      <dgm:prSet presAssocID="{789FAB1D-9D01-47CC-82F6-2CB6ECBD4826}" presName="Name0" presStyleCnt="0">
        <dgm:presLayoutVars>
          <dgm:dir/>
          <dgm:animLvl val="lvl"/>
          <dgm:resizeHandles val="exact"/>
        </dgm:presLayoutVars>
      </dgm:prSet>
      <dgm:spPr/>
    </dgm:pt>
    <dgm:pt modelId="{E0368716-70F8-437B-9809-CD59040048F2}" type="pres">
      <dgm:prSet presAssocID="{E5E21608-BA2A-48BD-9B2E-10D15AD6CC6F}" presName="boxAndChildren" presStyleCnt="0"/>
      <dgm:spPr/>
    </dgm:pt>
    <dgm:pt modelId="{EE830234-1A56-4A74-AB61-E0003C2A0C9D}" type="pres">
      <dgm:prSet presAssocID="{E5E21608-BA2A-48BD-9B2E-10D15AD6CC6F}" presName="parentTextBox" presStyleLbl="node1" presStyleIdx="0" presStyleCnt="2"/>
      <dgm:spPr/>
    </dgm:pt>
    <dgm:pt modelId="{14F530A3-1A33-494A-9F99-DFEF340DEFA2}" type="pres">
      <dgm:prSet presAssocID="{E5E21608-BA2A-48BD-9B2E-10D15AD6CC6F}" presName="entireBox" presStyleLbl="node1" presStyleIdx="0" presStyleCnt="2"/>
      <dgm:spPr/>
    </dgm:pt>
    <dgm:pt modelId="{5E089C17-0A3D-42A3-9B6E-4610852CEF4B}" type="pres">
      <dgm:prSet presAssocID="{E5E21608-BA2A-48BD-9B2E-10D15AD6CC6F}" presName="descendantBox" presStyleCnt="0"/>
      <dgm:spPr/>
    </dgm:pt>
    <dgm:pt modelId="{A44A0836-3AFD-4648-8F4A-D9D4935AFC57}" type="pres">
      <dgm:prSet presAssocID="{296422A4-3C1C-4480-9D31-108FA07517B8}" presName="childTextBox" presStyleLbl="fgAccFollowNode1" presStyleIdx="0" presStyleCnt="3">
        <dgm:presLayoutVars>
          <dgm:bulletEnabled val="1"/>
        </dgm:presLayoutVars>
      </dgm:prSet>
      <dgm:spPr/>
    </dgm:pt>
    <dgm:pt modelId="{7BD929FE-7CCD-4F21-B4BE-C9C1189C3D13}" type="pres">
      <dgm:prSet presAssocID="{4C369386-64EE-4AC8-B3AC-7A47C27766F6}" presName="childTextBox" presStyleLbl="fgAccFollowNode1" presStyleIdx="1" presStyleCnt="3">
        <dgm:presLayoutVars>
          <dgm:bulletEnabled val="1"/>
        </dgm:presLayoutVars>
      </dgm:prSet>
      <dgm:spPr/>
    </dgm:pt>
    <dgm:pt modelId="{B92455EE-9400-4CA5-BE27-B0B2D59B7D25}" type="pres">
      <dgm:prSet presAssocID="{05FBFB3D-9FCE-4514-86B3-E37E15D320E3}" presName="childTextBox" presStyleLbl="fgAccFollowNode1" presStyleIdx="2" presStyleCnt="3">
        <dgm:presLayoutVars>
          <dgm:bulletEnabled val="1"/>
        </dgm:presLayoutVars>
      </dgm:prSet>
      <dgm:spPr/>
    </dgm:pt>
    <dgm:pt modelId="{23C09B8C-0411-4EFA-A9CE-84B64F1413F5}" type="pres">
      <dgm:prSet presAssocID="{2DE26D99-AD7E-4ABD-BAEF-8EE48B52FEB5}" presName="sp" presStyleCnt="0"/>
      <dgm:spPr/>
    </dgm:pt>
    <dgm:pt modelId="{3D755938-907E-4126-B796-1D33B401CD97}" type="pres">
      <dgm:prSet presAssocID="{446689B6-3D24-44AB-B621-EE7D45AEEF71}" presName="arrowAndChildren" presStyleCnt="0"/>
      <dgm:spPr/>
    </dgm:pt>
    <dgm:pt modelId="{596CED24-8391-4A4C-B757-9FE8E964AF3E}" type="pres">
      <dgm:prSet presAssocID="{446689B6-3D24-44AB-B621-EE7D45AEEF71}" presName="parentTextArrow" presStyleLbl="node1" presStyleIdx="1" presStyleCnt="2"/>
      <dgm:spPr/>
    </dgm:pt>
  </dgm:ptLst>
  <dgm:cxnLst>
    <dgm:cxn modelId="{991C1C09-7A2A-473B-ADA0-F36641F40A4E}" type="presOf" srcId="{446689B6-3D24-44AB-B621-EE7D45AEEF71}" destId="{596CED24-8391-4A4C-B757-9FE8E964AF3E}" srcOrd="0" destOrd="0" presId="urn:microsoft.com/office/officeart/2005/8/layout/process4"/>
    <dgm:cxn modelId="{45E5DA1B-F199-4370-ACDE-6876880858B2}" srcId="{E5E21608-BA2A-48BD-9B2E-10D15AD6CC6F}" destId="{05FBFB3D-9FCE-4514-86B3-E37E15D320E3}" srcOrd="2" destOrd="0" parTransId="{9A4306A2-B1F8-460E-83DF-D58C199478E0}" sibTransId="{A6941F63-F568-49E1-9045-8BA3608FCF04}"/>
    <dgm:cxn modelId="{25207F26-95ED-4C14-8C5E-474D8346F557}" type="presOf" srcId="{296422A4-3C1C-4480-9D31-108FA07517B8}" destId="{A44A0836-3AFD-4648-8F4A-D9D4935AFC57}" srcOrd="0" destOrd="0" presId="urn:microsoft.com/office/officeart/2005/8/layout/process4"/>
    <dgm:cxn modelId="{82458E40-A88F-4B6B-B227-8AA0E929B74E}" type="presOf" srcId="{E5E21608-BA2A-48BD-9B2E-10D15AD6CC6F}" destId="{EE830234-1A56-4A74-AB61-E0003C2A0C9D}" srcOrd="0" destOrd="0" presId="urn:microsoft.com/office/officeart/2005/8/layout/process4"/>
    <dgm:cxn modelId="{0EB56F65-4D46-41F9-85AC-66851FFEB28A}" type="presOf" srcId="{E5E21608-BA2A-48BD-9B2E-10D15AD6CC6F}" destId="{14F530A3-1A33-494A-9F99-DFEF340DEFA2}" srcOrd="1" destOrd="0" presId="urn:microsoft.com/office/officeart/2005/8/layout/process4"/>
    <dgm:cxn modelId="{AF973B69-3184-4F6A-9624-4F20502F36D7}" srcId="{E5E21608-BA2A-48BD-9B2E-10D15AD6CC6F}" destId="{4C369386-64EE-4AC8-B3AC-7A47C27766F6}" srcOrd="1" destOrd="0" parTransId="{28AE883C-FB8B-4E85-8BD1-AF98DCFA9CDF}" sibTransId="{4661882E-7D82-4F0A-BDD0-0B766AF9EF3F}"/>
    <dgm:cxn modelId="{9675768D-9174-4FF5-A7BC-673EEEB5AA2B}" srcId="{789FAB1D-9D01-47CC-82F6-2CB6ECBD4826}" destId="{E5E21608-BA2A-48BD-9B2E-10D15AD6CC6F}" srcOrd="1" destOrd="0" parTransId="{17D1744B-D87D-4B45-AF38-A6EA083FD1F1}" sibTransId="{3472847C-C6C5-49C5-AFF7-F587AF4C5420}"/>
    <dgm:cxn modelId="{B32542B2-F433-4B5E-ABAB-50224A8B6E4D}" type="presOf" srcId="{05FBFB3D-9FCE-4514-86B3-E37E15D320E3}" destId="{B92455EE-9400-4CA5-BE27-B0B2D59B7D25}" srcOrd="0" destOrd="0" presId="urn:microsoft.com/office/officeart/2005/8/layout/process4"/>
    <dgm:cxn modelId="{50A1DFCA-50CC-4A74-B512-C1609387076D}" type="presOf" srcId="{789FAB1D-9D01-47CC-82F6-2CB6ECBD4826}" destId="{D5176DBF-1B7A-4DB3-83C5-5101267C9C37}" srcOrd="0" destOrd="0" presId="urn:microsoft.com/office/officeart/2005/8/layout/process4"/>
    <dgm:cxn modelId="{735333D6-0186-4193-A179-9B4BB78DFCE2}" srcId="{789FAB1D-9D01-47CC-82F6-2CB6ECBD4826}" destId="{446689B6-3D24-44AB-B621-EE7D45AEEF71}" srcOrd="0" destOrd="0" parTransId="{35147633-B8F9-4D19-9D84-0236E3EA443A}" sibTransId="{2DE26D99-AD7E-4ABD-BAEF-8EE48B52FEB5}"/>
    <dgm:cxn modelId="{308090F7-10D3-4701-BB2A-57E077B27225}" srcId="{E5E21608-BA2A-48BD-9B2E-10D15AD6CC6F}" destId="{296422A4-3C1C-4480-9D31-108FA07517B8}" srcOrd="0" destOrd="0" parTransId="{DC3EA734-C339-436A-917E-84FF29621CB5}" sibTransId="{5F79500A-EF8D-47DC-B7E2-39124A296466}"/>
    <dgm:cxn modelId="{213E6EFE-4A12-4428-AAE4-E34318990493}" type="presOf" srcId="{4C369386-64EE-4AC8-B3AC-7A47C27766F6}" destId="{7BD929FE-7CCD-4F21-B4BE-C9C1189C3D13}" srcOrd="0" destOrd="0" presId="urn:microsoft.com/office/officeart/2005/8/layout/process4"/>
    <dgm:cxn modelId="{9CFFFAA1-F153-41CF-AE3B-F34D5BE9740F}" type="presParOf" srcId="{D5176DBF-1B7A-4DB3-83C5-5101267C9C37}" destId="{E0368716-70F8-437B-9809-CD59040048F2}" srcOrd="0" destOrd="0" presId="urn:microsoft.com/office/officeart/2005/8/layout/process4"/>
    <dgm:cxn modelId="{62D4D87F-1D6B-4A7D-A050-D3E6E23DAA63}" type="presParOf" srcId="{E0368716-70F8-437B-9809-CD59040048F2}" destId="{EE830234-1A56-4A74-AB61-E0003C2A0C9D}" srcOrd="0" destOrd="0" presId="urn:microsoft.com/office/officeart/2005/8/layout/process4"/>
    <dgm:cxn modelId="{D5FF3881-AECC-4984-9F96-E84FD8C358AB}" type="presParOf" srcId="{E0368716-70F8-437B-9809-CD59040048F2}" destId="{14F530A3-1A33-494A-9F99-DFEF340DEFA2}" srcOrd="1" destOrd="0" presId="urn:microsoft.com/office/officeart/2005/8/layout/process4"/>
    <dgm:cxn modelId="{25F49B79-7E15-4634-88A0-24BC30865AED}" type="presParOf" srcId="{E0368716-70F8-437B-9809-CD59040048F2}" destId="{5E089C17-0A3D-42A3-9B6E-4610852CEF4B}" srcOrd="2" destOrd="0" presId="urn:microsoft.com/office/officeart/2005/8/layout/process4"/>
    <dgm:cxn modelId="{F559489A-63CD-4CC5-9692-0AA47F052593}" type="presParOf" srcId="{5E089C17-0A3D-42A3-9B6E-4610852CEF4B}" destId="{A44A0836-3AFD-4648-8F4A-D9D4935AFC57}" srcOrd="0" destOrd="0" presId="urn:microsoft.com/office/officeart/2005/8/layout/process4"/>
    <dgm:cxn modelId="{CAF5DE5A-873E-48BC-BB9C-113A5C6DB591}" type="presParOf" srcId="{5E089C17-0A3D-42A3-9B6E-4610852CEF4B}" destId="{7BD929FE-7CCD-4F21-B4BE-C9C1189C3D13}" srcOrd="1" destOrd="0" presId="urn:microsoft.com/office/officeart/2005/8/layout/process4"/>
    <dgm:cxn modelId="{3B3C23B5-315A-4453-8711-65F04FE57DD6}" type="presParOf" srcId="{5E089C17-0A3D-42A3-9B6E-4610852CEF4B}" destId="{B92455EE-9400-4CA5-BE27-B0B2D59B7D25}" srcOrd="2" destOrd="0" presId="urn:microsoft.com/office/officeart/2005/8/layout/process4"/>
    <dgm:cxn modelId="{55EC766D-F126-4989-A246-4ACE238DF2CD}" type="presParOf" srcId="{D5176DBF-1B7A-4DB3-83C5-5101267C9C37}" destId="{23C09B8C-0411-4EFA-A9CE-84B64F1413F5}" srcOrd="1" destOrd="0" presId="urn:microsoft.com/office/officeart/2005/8/layout/process4"/>
    <dgm:cxn modelId="{831A1484-036E-4F8E-9067-3ECF3D75B9C7}" type="presParOf" srcId="{D5176DBF-1B7A-4DB3-83C5-5101267C9C37}" destId="{3D755938-907E-4126-B796-1D33B401CD97}" srcOrd="2" destOrd="0" presId="urn:microsoft.com/office/officeart/2005/8/layout/process4"/>
    <dgm:cxn modelId="{D8343646-BF2A-4E22-838C-EBC7F1C4C330}" type="presParOf" srcId="{3D755938-907E-4126-B796-1D33B401CD97}" destId="{596CED24-8391-4A4C-B757-9FE8E964AF3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CB04E0-A955-4D66-8EB3-BDEE683218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EF23DB63-564F-4DBF-AEDE-1EA5AA001048}">
      <dgm:prSet/>
      <dgm:spPr/>
      <dgm:t>
        <a:bodyPr/>
        <a:lstStyle/>
        <a:p>
          <a:r>
            <a:rPr lang="de-AT" dirty="0"/>
            <a:t>Entwicklung einer sicheren On-</a:t>
          </a:r>
          <a:r>
            <a:rPr lang="de-AT" dirty="0" err="1"/>
            <a:t>Premise</a:t>
          </a:r>
          <a:r>
            <a:rPr lang="de-AT" dirty="0"/>
            <a:t> Kommunikationsplattform.</a:t>
          </a:r>
          <a:endParaRPr lang="en-US" dirty="0"/>
        </a:p>
      </dgm:t>
    </dgm:pt>
    <dgm:pt modelId="{92C01C5E-630A-4F0D-BF1C-7D3C7A7D7622}" type="parTrans" cxnId="{932A0360-C5A7-4B21-A48F-C755B3E36CA7}">
      <dgm:prSet/>
      <dgm:spPr/>
      <dgm:t>
        <a:bodyPr/>
        <a:lstStyle/>
        <a:p>
          <a:endParaRPr lang="en-US"/>
        </a:p>
      </dgm:t>
    </dgm:pt>
    <dgm:pt modelId="{01D2C67E-C6F9-402A-ADA5-ACA98E50332C}" type="sibTrans" cxnId="{932A0360-C5A7-4B21-A48F-C755B3E36CA7}">
      <dgm:prSet/>
      <dgm:spPr/>
      <dgm:t>
        <a:bodyPr/>
        <a:lstStyle/>
        <a:p>
          <a:endParaRPr lang="en-US"/>
        </a:p>
      </dgm:t>
    </dgm:pt>
    <dgm:pt modelId="{B1B1B3FB-B471-436C-B196-9359258682B7}">
      <dgm:prSet/>
      <dgm:spPr/>
      <dgm:t>
        <a:bodyPr/>
        <a:lstStyle/>
        <a:p>
          <a:r>
            <a:rPr lang="de-AT" dirty="0"/>
            <a:t>Messanger der mindestens 50 gleichzeitige Nutzer sowie den erfolgreichen Dateiaustausch in einer Docker-Umgebung technisch nachweist.</a:t>
          </a:r>
          <a:endParaRPr lang="en-US" dirty="0"/>
        </a:p>
      </dgm:t>
    </dgm:pt>
    <dgm:pt modelId="{CE534C5A-657B-4C05-B9BC-22A891368B32}" type="parTrans" cxnId="{E3B6ED17-C8EF-4A22-A93A-F2644F060EF9}">
      <dgm:prSet/>
      <dgm:spPr/>
      <dgm:t>
        <a:bodyPr/>
        <a:lstStyle/>
        <a:p>
          <a:endParaRPr lang="en-US"/>
        </a:p>
      </dgm:t>
    </dgm:pt>
    <dgm:pt modelId="{B7D4DAC5-607A-46D3-9145-7A283238A629}" type="sibTrans" cxnId="{E3B6ED17-C8EF-4A22-A93A-F2644F060EF9}">
      <dgm:prSet/>
      <dgm:spPr/>
      <dgm:t>
        <a:bodyPr/>
        <a:lstStyle/>
        <a:p>
          <a:endParaRPr lang="en-US"/>
        </a:p>
      </dgm:t>
    </dgm:pt>
    <dgm:pt modelId="{D31DD0CE-E460-427A-B863-031B764B84C2}">
      <dgm:prSet/>
      <dgm:spPr/>
      <dgm:t>
        <a:bodyPr/>
        <a:lstStyle/>
        <a:p>
          <a:r>
            <a:rPr lang="de-AT" dirty="0"/>
            <a:t>Schützt Unternehmensdaten und verbessert Zusammenarbeit.</a:t>
          </a:r>
          <a:endParaRPr lang="en-US" dirty="0"/>
        </a:p>
      </dgm:t>
    </dgm:pt>
    <dgm:pt modelId="{E39380F2-BE3C-4DC9-8945-A8B06B33104B}" type="parTrans" cxnId="{F8D41F32-606F-46AF-8EF2-6DF2B3AEA294}">
      <dgm:prSet/>
      <dgm:spPr/>
      <dgm:t>
        <a:bodyPr/>
        <a:lstStyle/>
        <a:p>
          <a:endParaRPr lang="en-US"/>
        </a:p>
      </dgm:t>
    </dgm:pt>
    <dgm:pt modelId="{D5F01FB6-0AFB-4818-BA69-7F82B7CC2685}" type="sibTrans" cxnId="{F8D41F32-606F-46AF-8EF2-6DF2B3AEA294}">
      <dgm:prSet/>
      <dgm:spPr/>
      <dgm:t>
        <a:bodyPr/>
        <a:lstStyle/>
        <a:p>
          <a:endParaRPr lang="en-US"/>
        </a:p>
      </dgm:t>
    </dgm:pt>
    <dgm:pt modelId="{7B0A1937-E0C2-43EC-BE42-7FF510A25BDA}">
      <dgm:prSet/>
      <dgm:spPr/>
      <dgm:t>
        <a:bodyPr/>
        <a:lstStyle/>
        <a:p>
          <a:r>
            <a:rPr lang="de-AT" dirty="0"/>
            <a:t>Umsetzung mit unserer Java-Expertise.</a:t>
          </a:r>
          <a:endParaRPr lang="en-US" dirty="0"/>
        </a:p>
      </dgm:t>
    </dgm:pt>
    <dgm:pt modelId="{6BF60C83-A93A-422C-98A2-1447F21EA8BC}" type="parTrans" cxnId="{775E68AB-CAA6-4148-8A5E-6AD8790BB536}">
      <dgm:prSet/>
      <dgm:spPr/>
      <dgm:t>
        <a:bodyPr/>
        <a:lstStyle/>
        <a:p>
          <a:endParaRPr lang="en-US"/>
        </a:p>
      </dgm:t>
    </dgm:pt>
    <dgm:pt modelId="{C0FBA955-730C-4790-BC0A-33293A0453C0}" type="sibTrans" cxnId="{775E68AB-CAA6-4148-8A5E-6AD8790BB536}">
      <dgm:prSet/>
      <dgm:spPr/>
      <dgm:t>
        <a:bodyPr/>
        <a:lstStyle/>
        <a:p>
          <a:endParaRPr lang="en-US"/>
        </a:p>
      </dgm:t>
    </dgm:pt>
    <dgm:pt modelId="{782AF5FF-98F5-44CB-9AB7-EBBDEE3B899A}">
      <dgm:prSet/>
      <dgm:spPr/>
      <dgm:t>
        <a:bodyPr/>
        <a:lstStyle/>
        <a:p>
          <a:r>
            <a:rPr lang="de-AT" dirty="0"/>
            <a:t>Fertigstellung bis zum Semester Ende.</a:t>
          </a:r>
          <a:endParaRPr lang="en-US" dirty="0"/>
        </a:p>
      </dgm:t>
    </dgm:pt>
    <dgm:pt modelId="{F8C51D26-0DD6-46C3-9E41-5E0069B42BE5}" type="parTrans" cxnId="{CD85E4B2-4DF5-468D-82A2-4FBC946631D7}">
      <dgm:prSet/>
      <dgm:spPr/>
      <dgm:t>
        <a:bodyPr/>
        <a:lstStyle/>
        <a:p>
          <a:endParaRPr lang="en-US"/>
        </a:p>
      </dgm:t>
    </dgm:pt>
    <dgm:pt modelId="{676BD39C-EEB3-4B4D-AD5F-AB180A35FABE}" type="sibTrans" cxnId="{CD85E4B2-4DF5-468D-82A2-4FBC946631D7}">
      <dgm:prSet/>
      <dgm:spPr/>
      <dgm:t>
        <a:bodyPr/>
        <a:lstStyle/>
        <a:p>
          <a:endParaRPr lang="en-US"/>
        </a:p>
      </dgm:t>
    </dgm:pt>
    <dgm:pt modelId="{EF11F856-C61D-4C3B-A161-E24CA9A3632F}" type="pres">
      <dgm:prSet presAssocID="{20CB04E0-A955-4D66-8EB3-BDEE68321837}" presName="root" presStyleCnt="0">
        <dgm:presLayoutVars>
          <dgm:dir/>
          <dgm:resizeHandles val="exact"/>
        </dgm:presLayoutVars>
      </dgm:prSet>
      <dgm:spPr/>
    </dgm:pt>
    <dgm:pt modelId="{8FDA63F2-042A-4C7D-9E1B-F04C385BAC43}" type="pres">
      <dgm:prSet presAssocID="{EF23DB63-564F-4DBF-AEDE-1EA5AA001048}" presName="compNode" presStyleCnt="0"/>
      <dgm:spPr/>
    </dgm:pt>
    <dgm:pt modelId="{36DB52C2-4C6E-4B67-980C-B19BD0C04586}" type="pres">
      <dgm:prSet presAssocID="{EF23DB63-564F-4DBF-AEDE-1EA5AA001048}" presName="bgRect" presStyleLbl="bgShp" presStyleIdx="0" presStyleCnt="5" custLinFactNeighborX="-42348" custLinFactNeighborY="-10136"/>
      <dgm:spPr/>
    </dgm:pt>
    <dgm:pt modelId="{5B8F5AE8-EB53-4C67-A1A2-C4F82338754C}" type="pres">
      <dgm:prSet presAssocID="{EF23DB63-564F-4DBF-AEDE-1EA5AA00104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571A1068-F9C2-48C7-A89A-504C6E90FC66}" type="pres">
      <dgm:prSet presAssocID="{EF23DB63-564F-4DBF-AEDE-1EA5AA001048}" presName="spaceRect" presStyleCnt="0"/>
      <dgm:spPr/>
    </dgm:pt>
    <dgm:pt modelId="{CDADD9F5-3042-46E5-AA1C-4CEF77C8378C}" type="pres">
      <dgm:prSet presAssocID="{EF23DB63-564F-4DBF-AEDE-1EA5AA001048}" presName="parTx" presStyleLbl="revTx" presStyleIdx="0" presStyleCnt="5">
        <dgm:presLayoutVars>
          <dgm:chMax val="0"/>
          <dgm:chPref val="0"/>
        </dgm:presLayoutVars>
      </dgm:prSet>
      <dgm:spPr/>
    </dgm:pt>
    <dgm:pt modelId="{06E18D0F-5720-451D-8D69-1AFDE6D88B5A}" type="pres">
      <dgm:prSet presAssocID="{01D2C67E-C6F9-402A-ADA5-ACA98E50332C}" presName="sibTrans" presStyleCnt="0"/>
      <dgm:spPr/>
    </dgm:pt>
    <dgm:pt modelId="{29DEF847-F573-43F7-B6A9-ECED88FA5874}" type="pres">
      <dgm:prSet presAssocID="{B1B1B3FB-B471-436C-B196-9359258682B7}" presName="compNode" presStyleCnt="0"/>
      <dgm:spPr/>
    </dgm:pt>
    <dgm:pt modelId="{5A2E31F1-AFA9-4CE3-8E32-74716826C85B}" type="pres">
      <dgm:prSet presAssocID="{B1B1B3FB-B471-436C-B196-9359258682B7}" presName="bgRect" presStyleLbl="bgShp" presStyleIdx="1" presStyleCnt="5"/>
      <dgm:spPr/>
    </dgm:pt>
    <dgm:pt modelId="{3AA450BD-ECD6-44CF-976D-086CADF821BC}" type="pres">
      <dgm:prSet presAssocID="{B1B1B3FB-B471-436C-B196-9359258682B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9F9F2F1C-A0FB-4248-90FD-F8110E543839}" type="pres">
      <dgm:prSet presAssocID="{B1B1B3FB-B471-436C-B196-9359258682B7}" presName="spaceRect" presStyleCnt="0"/>
      <dgm:spPr/>
    </dgm:pt>
    <dgm:pt modelId="{17AAF44E-83CB-4F3B-ADCA-A41787397A2C}" type="pres">
      <dgm:prSet presAssocID="{B1B1B3FB-B471-436C-B196-9359258682B7}" presName="parTx" presStyleLbl="revTx" presStyleIdx="1" presStyleCnt="5">
        <dgm:presLayoutVars>
          <dgm:chMax val="0"/>
          <dgm:chPref val="0"/>
        </dgm:presLayoutVars>
      </dgm:prSet>
      <dgm:spPr/>
    </dgm:pt>
    <dgm:pt modelId="{2E47B9A4-2A03-4BFE-8652-172491E04539}" type="pres">
      <dgm:prSet presAssocID="{B7D4DAC5-607A-46D3-9145-7A283238A629}" presName="sibTrans" presStyleCnt="0"/>
      <dgm:spPr/>
    </dgm:pt>
    <dgm:pt modelId="{84EAA0DD-1875-4005-92D6-38450185B13C}" type="pres">
      <dgm:prSet presAssocID="{D31DD0CE-E460-427A-B863-031B764B84C2}" presName="compNode" presStyleCnt="0"/>
      <dgm:spPr/>
    </dgm:pt>
    <dgm:pt modelId="{0A2053C5-AB59-47C9-8718-302FD3E2D201}" type="pres">
      <dgm:prSet presAssocID="{D31DD0CE-E460-427A-B863-031B764B84C2}" presName="bgRect" presStyleLbl="bgShp" presStyleIdx="2" presStyleCnt="5"/>
      <dgm:spPr/>
    </dgm:pt>
    <dgm:pt modelId="{4CC3E8E1-C32C-4D42-95F7-12E02A37E927}" type="pres">
      <dgm:prSet presAssocID="{D31DD0CE-E460-427A-B863-031B764B84C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bindungen"/>
        </a:ext>
      </dgm:extLst>
    </dgm:pt>
    <dgm:pt modelId="{B2A9791E-3693-49BE-A8E2-F9DAE3B7FF36}" type="pres">
      <dgm:prSet presAssocID="{D31DD0CE-E460-427A-B863-031B764B84C2}" presName="spaceRect" presStyleCnt="0"/>
      <dgm:spPr/>
    </dgm:pt>
    <dgm:pt modelId="{551E07E3-FEEC-46F5-AB34-638BAF05C6A9}" type="pres">
      <dgm:prSet presAssocID="{D31DD0CE-E460-427A-B863-031B764B84C2}" presName="parTx" presStyleLbl="revTx" presStyleIdx="2" presStyleCnt="5">
        <dgm:presLayoutVars>
          <dgm:chMax val="0"/>
          <dgm:chPref val="0"/>
        </dgm:presLayoutVars>
      </dgm:prSet>
      <dgm:spPr/>
    </dgm:pt>
    <dgm:pt modelId="{9327D652-C050-4AF4-9CC0-5ABED304C555}" type="pres">
      <dgm:prSet presAssocID="{D5F01FB6-0AFB-4818-BA69-7F82B7CC2685}" presName="sibTrans" presStyleCnt="0"/>
      <dgm:spPr/>
    </dgm:pt>
    <dgm:pt modelId="{7D4E8C5F-0223-41F7-BDA8-A118E7F225A2}" type="pres">
      <dgm:prSet presAssocID="{7B0A1937-E0C2-43EC-BE42-7FF510A25BDA}" presName="compNode" presStyleCnt="0"/>
      <dgm:spPr/>
    </dgm:pt>
    <dgm:pt modelId="{1942A521-46D6-422A-9000-1B93C02FE62D}" type="pres">
      <dgm:prSet presAssocID="{7B0A1937-E0C2-43EC-BE42-7FF510A25BDA}" presName="bgRect" presStyleLbl="bgShp" presStyleIdx="3" presStyleCnt="5"/>
      <dgm:spPr/>
    </dgm:pt>
    <dgm:pt modelId="{D375279A-2E22-4E8D-8493-67F922F9F930}" type="pres">
      <dgm:prSet presAssocID="{7B0A1937-E0C2-43EC-BE42-7FF510A25BD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6509C9D5-C834-4320-A15B-132158211100}" type="pres">
      <dgm:prSet presAssocID="{7B0A1937-E0C2-43EC-BE42-7FF510A25BDA}" presName="spaceRect" presStyleCnt="0"/>
      <dgm:spPr/>
    </dgm:pt>
    <dgm:pt modelId="{DC51CB22-5E94-487B-A377-BA1B85F0EE1C}" type="pres">
      <dgm:prSet presAssocID="{7B0A1937-E0C2-43EC-BE42-7FF510A25BDA}" presName="parTx" presStyleLbl="revTx" presStyleIdx="3" presStyleCnt="5">
        <dgm:presLayoutVars>
          <dgm:chMax val="0"/>
          <dgm:chPref val="0"/>
        </dgm:presLayoutVars>
      </dgm:prSet>
      <dgm:spPr/>
    </dgm:pt>
    <dgm:pt modelId="{551DE84D-584B-4917-9D03-5945969BDF60}" type="pres">
      <dgm:prSet presAssocID="{C0FBA955-730C-4790-BC0A-33293A0453C0}" presName="sibTrans" presStyleCnt="0"/>
      <dgm:spPr/>
    </dgm:pt>
    <dgm:pt modelId="{726B9EBC-60DE-4F2C-B251-D1A7559B8059}" type="pres">
      <dgm:prSet presAssocID="{782AF5FF-98F5-44CB-9AB7-EBBDEE3B899A}" presName="compNode" presStyleCnt="0"/>
      <dgm:spPr/>
    </dgm:pt>
    <dgm:pt modelId="{D77C5FDA-7094-47AB-8232-6910844E4CE5}" type="pres">
      <dgm:prSet presAssocID="{782AF5FF-98F5-44CB-9AB7-EBBDEE3B899A}" presName="bgRect" presStyleLbl="bgShp" presStyleIdx="4" presStyleCnt="5"/>
      <dgm:spPr/>
    </dgm:pt>
    <dgm:pt modelId="{84AB5868-E77A-4A1A-BDC5-F65C07315725}" type="pres">
      <dgm:prSet presAssocID="{782AF5FF-98F5-44CB-9AB7-EBBDEE3B89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FAB2A85-4F5D-4530-924F-1AAE7B52FD19}" type="pres">
      <dgm:prSet presAssocID="{782AF5FF-98F5-44CB-9AB7-EBBDEE3B899A}" presName="spaceRect" presStyleCnt="0"/>
      <dgm:spPr/>
    </dgm:pt>
    <dgm:pt modelId="{2EB84278-36BA-4479-81B4-45F21BD65087}" type="pres">
      <dgm:prSet presAssocID="{782AF5FF-98F5-44CB-9AB7-EBBDEE3B899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3B6ED17-C8EF-4A22-A93A-F2644F060EF9}" srcId="{20CB04E0-A955-4D66-8EB3-BDEE68321837}" destId="{B1B1B3FB-B471-436C-B196-9359258682B7}" srcOrd="1" destOrd="0" parTransId="{CE534C5A-657B-4C05-B9BC-22A891368B32}" sibTransId="{B7D4DAC5-607A-46D3-9145-7A283238A629}"/>
    <dgm:cxn modelId="{06BDC11F-4CB9-450F-B5DD-B47206A81F89}" type="presOf" srcId="{782AF5FF-98F5-44CB-9AB7-EBBDEE3B899A}" destId="{2EB84278-36BA-4479-81B4-45F21BD65087}" srcOrd="0" destOrd="0" presId="urn:microsoft.com/office/officeart/2018/2/layout/IconVerticalSolidList"/>
    <dgm:cxn modelId="{F8D41F32-606F-46AF-8EF2-6DF2B3AEA294}" srcId="{20CB04E0-A955-4D66-8EB3-BDEE68321837}" destId="{D31DD0CE-E460-427A-B863-031B764B84C2}" srcOrd="2" destOrd="0" parTransId="{E39380F2-BE3C-4DC9-8945-A8B06B33104B}" sibTransId="{D5F01FB6-0AFB-4818-BA69-7F82B7CC2685}"/>
    <dgm:cxn modelId="{3F320136-D2F6-40E2-9ED4-1815D5A1F0F9}" type="presOf" srcId="{20CB04E0-A955-4D66-8EB3-BDEE68321837}" destId="{EF11F856-C61D-4C3B-A161-E24CA9A3632F}" srcOrd="0" destOrd="0" presId="urn:microsoft.com/office/officeart/2018/2/layout/IconVerticalSolidList"/>
    <dgm:cxn modelId="{932A0360-C5A7-4B21-A48F-C755B3E36CA7}" srcId="{20CB04E0-A955-4D66-8EB3-BDEE68321837}" destId="{EF23DB63-564F-4DBF-AEDE-1EA5AA001048}" srcOrd="0" destOrd="0" parTransId="{92C01C5E-630A-4F0D-BF1C-7D3C7A7D7622}" sibTransId="{01D2C67E-C6F9-402A-ADA5-ACA98E50332C}"/>
    <dgm:cxn modelId="{E03E4D80-22BC-43F1-A6A6-9EF6760ECAA4}" type="presOf" srcId="{D31DD0CE-E460-427A-B863-031B764B84C2}" destId="{551E07E3-FEEC-46F5-AB34-638BAF05C6A9}" srcOrd="0" destOrd="0" presId="urn:microsoft.com/office/officeart/2018/2/layout/IconVerticalSolidList"/>
    <dgm:cxn modelId="{5EC8B883-58CD-4071-9353-DA6A89EED4CD}" type="presOf" srcId="{EF23DB63-564F-4DBF-AEDE-1EA5AA001048}" destId="{CDADD9F5-3042-46E5-AA1C-4CEF77C8378C}" srcOrd="0" destOrd="0" presId="urn:microsoft.com/office/officeart/2018/2/layout/IconVerticalSolidList"/>
    <dgm:cxn modelId="{775E68AB-CAA6-4148-8A5E-6AD8790BB536}" srcId="{20CB04E0-A955-4D66-8EB3-BDEE68321837}" destId="{7B0A1937-E0C2-43EC-BE42-7FF510A25BDA}" srcOrd="3" destOrd="0" parTransId="{6BF60C83-A93A-422C-98A2-1447F21EA8BC}" sibTransId="{C0FBA955-730C-4790-BC0A-33293A0453C0}"/>
    <dgm:cxn modelId="{7D3E83B2-DC8D-4563-A055-9F8EAB7E3E98}" type="presOf" srcId="{B1B1B3FB-B471-436C-B196-9359258682B7}" destId="{17AAF44E-83CB-4F3B-ADCA-A41787397A2C}" srcOrd="0" destOrd="0" presId="urn:microsoft.com/office/officeart/2018/2/layout/IconVerticalSolidList"/>
    <dgm:cxn modelId="{CD85E4B2-4DF5-468D-82A2-4FBC946631D7}" srcId="{20CB04E0-A955-4D66-8EB3-BDEE68321837}" destId="{782AF5FF-98F5-44CB-9AB7-EBBDEE3B899A}" srcOrd="4" destOrd="0" parTransId="{F8C51D26-0DD6-46C3-9E41-5E0069B42BE5}" sibTransId="{676BD39C-EEB3-4B4D-AD5F-AB180A35FABE}"/>
    <dgm:cxn modelId="{F18C40BB-FA77-4065-8DF8-947A36ACA994}" type="presOf" srcId="{7B0A1937-E0C2-43EC-BE42-7FF510A25BDA}" destId="{DC51CB22-5E94-487B-A377-BA1B85F0EE1C}" srcOrd="0" destOrd="0" presId="urn:microsoft.com/office/officeart/2018/2/layout/IconVerticalSolidList"/>
    <dgm:cxn modelId="{6F33E17D-3EC0-4565-AF39-DEF2A8F0B3D7}" type="presParOf" srcId="{EF11F856-C61D-4C3B-A161-E24CA9A3632F}" destId="{8FDA63F2-042A-4C7D-9E1B-F04C385BAC43}" srcOrd="0" destOrd="0" presId="urn:microsoft.com/office/officeart/2018/2/layout/IconVerticalSolidList"/>
    <dgm:cxn modelId="{D1B9669F-4C5D-4220-A04D-B936C017406D}" type="presParOf" srcId="{8FDA63F2-042A-4C7D-9E1B-F04C385BAC43}" destId="{36DB52C2-4C6E-4B67-980C-B19BD0C04586}" srcOrd="0" destOrd="0" presId="urn:microsoft.com/office/officeart/2018/2/layout/IconVerticalSolidList"/>
    <dgm:cxn modelId="{6D60B06C-8A31-4ADE-BC86-CA577AC6A5CE}" type="presParOf" srcId="{8FDA63F2-042A-4C7D-9E1B-F04C385BAC43}" destId="{5B8F5AE8-EB53-4C67-A1A2-C4F82338754C}" srcOrd="1" destOrd="0" presId="urn:microsoft.com/office/officeart/2018/2/layout/IconVerticalSolidList"/>
    <dgm:cxn modelId="{D8E1F968-4F25-4087-9334-861FE70BE3A0}" type="presParOf" srcId="{8FDA63F2-042A-4C7D-9E1B-F04C385BAC43}" destId="{571A1068-F9C2-48C7-A89A-504C6E90FC66}" srcOrd="2" destOrd="0" presId="urn:microsoft.com/office/officeart/2018/2/layout/IconVerticalSolidList"/>
    <dgm:cxn modelId="{E94EB809-A628-4D77-90C1-DD32F50D2198}" type="presParOf" srcId="{8FDA63F2-042A-4C7D-9E1B-F04C385BAC43}" destId="{CDADD9F5-3042-46E5-AA1C-4CEF77C8378C}" srcOrd="3" destOrd="0" presId="urn:microsoft.com/office/officeart/2018/2/layout/IconVerticalSolidList"/>
    <dgm:cxn modelId="{4B85A59D-D1B3-4447-92CA-DE8E21085949}" type="presParOf" srcId="{EF11F856-C61D-4C3B-A161-E24CA9A3632F}" destId="{06E18D0F-5720-451D-8D69-1AFDE6D88B5A}" srcOrd="1" destOrd="0" presId="urn:microsoft.com/office/officeart/2018/2/layout/IconVerticalSolidList"/>
    <dgm:cxn modelId="{DD75E79B-230E-452A-8FE6-90CC8446C0E4}" type="presParOf" srcId="{EF11F856-C61D-4C3B-A161-E24CA9A3632F}" destId="{29DEF847-F573-43F7-B6A9-ECED88FA5874}" srcOrd="2" destOrd="0" presId="urn:microsoft.com/office/officeart/2018/2/layout/IconVerticalSolidList"/>
    <dgm:cxn modelId="{DCC587F5-A652-43FE-A648-E7A07AA2460D}" type="presParOf" srcId="{29DEF847-F573-43F7-B6A9-ECED88FA5874}" destId="{5A2E31F1-AFA9-4CE3-8E32-74716826C85B}" srcOrd="0" destOrd="0" presId="urn:microsoft.com/office/officeart/2018/2/layout/IconVerticalSolidList"/>
    <dgm:cxn modelId="{A4311BF3-24D5-4FCD-91E9-E171500477B2}" type="presParOf" srcId="{29DEF847-F573-43F7-B6A9-ECED88FA5874}" destId="{3AA450BD-ECD6-44CF-976D-086CADF821BC}" srcOrd="1" destOrd="0" presId="urn:microsoft.com/office/officeart/2018/2/layout/IconVerticalSolidList"/>
    <dgm:cxn modelId="{025337DE-CF8D-47EF-98B2-755C4F84EDC7}" type="presParOf" srcId="{29DEF847-F573-43F7-B6A9-ECED88FA5874}" destId="{9F9F2F1C-A0FB-4248-90FD-F8110E543839}" srcOrd="2" destOrd="0" presId="urn:microsoft.com/office/officeart/2018/2/layout/IconVerticalSolidList"/>
    <dgm:cxn modelId="{F7408571-ABF8-4A33-BF85-D7C03010211E}" type="presParOf" srcId="{29DEF847-F573-43F7-B6A9-ECED88FA5874}" destId="{17AAF44E-83CB-4F3B-ADCA-A41787397A2C}" srcOrd="3" destOrd="0" presId="urn:microsoft.com/office/officeart/2018/2/layout/IconVerticalSolidList"/>
    <dgm:cxn modelId="{0D32AD99-162D-4886-A7F6-AB753351696B}" type="presParOf" srcId="{EF11F856-C61D-4C3B-A161-E24CA9A3632F}" destId="{2E47B9A4-2A03-4BFE-8652-172491E04539}" srcOrd="3" destOrd="0" presId="urn:microsoft.com/office/officeart/2018/2/layout/IconVerticalSolidList"/>
    <dgm:cxn modelId="{F3EDCF24-286A-4826-83E5-74B49CA60671}" type="presParOf" srcId="{EF11F856-C61D-4C3B-A161-E24CA9A3632F}" destId="{84EAA0DD-1875-4005-92D6-38450185B13C}" srcOrd="4" destOrd="0" presId="urn:microsoft.com/office/officeart/2018/2/layout/IconVerticalSolidList"/>
    <dgm:cxn modelId="{67C71669-440A-4279-890C-997009A01E1C}" type="presParOf" srcId="{84EAA0DD-1875-4005-92D6-38450185B13C}" destId="{0A2053C5-AB59-47C9-8718-302FD3E2D201}" srcOrd="0" destOrd="0" presId="urn:microsoft.com/office/officeart/2018/2/layout/IconVerticalSolidList"/>
    <dgm:cxn modelId="{C632745D-7B81-476D-878A-E1B22075E379}" type="presParOf" srcId="{84EAA0DD-1875-4005-92D6-38450185B13C}" destId="{4CC3E8E1-C32C-4D42-95F7-12E02A37E927}" srcOrd="1" destOrd="0" presId="urn:microsoft.com/office/officeart/2018/2/layout/IconVerticalSolidList"/>
    <dgm:cxn modelId="{92058D1D-0FA8-415E-BC48-76369BC87F04}" type="presParOf" srcId="{84EAA0DD-1875-4005-92D6-38450185B13C}" destId="{B2A9791E-3693-49BE-A8E2-F9DAE3B7FF36}" srcOrd="2" destOrd="0" presId="urn:microsoft.com/office/officeart/2018/2/layout/IconVerticalSolidList"/>
    <dgm:cxn modelId="{6D406270-7FE7-4E21-8E59-A8EF48490382}" type="presParOf" srcId="{84EAA0DD-1875-4005-92D6-38450185B13C}" destId="{551E07E3-FEEC-46F5-AB34-638BAF05C6A9}" srcOrd="3" destOrd="0" presId="urn:microsoft.com/office/officeart/2018/2/layout/IconVerticalSolidList"/>
    <dgm:cxn modelId="{C4003581-3475-4B98-AA16-92765FBAB305}" type="presParOf" srcId="{EF11F856-C61D-4C3B-A161-E24CA9A3632F}" destId="{9327D652-C050-4AF4-9CC0-5ABED304C555}" srcOrd="5" destOrd="0" presId="urn:microsoft.com/office/officeart/2018/2/layout/IconVerticalSolidList"/>
    <dgm:cxn modelId="{00A2DDD8-E4F4-4FF0-87BA-8FB53C7817BD}" type="presParOf" srcId="{EF11F856-C61D-4C3B-A161-E24CA9A3632F}" destId="{7D4E8C5F-0223-41F7-BDA8-A118E7F225A2}" srcOrd="6" destOrd="0" presId="urn:microsoft.com/office/officeart/2018/2/layout/IconVerticalSolidList"/>
    <dgm:cxn modelId="{41F80F9B-8814-4CB4-93E9-FDBCFF78B9F5}" type="presParOf" srcId="{7D4E8C5F-0223-41F7-BDA8-A118E7F225A2}" destId="{1942A521-46D6-422A-9000-1B93C02FE62D}" srcOrd="0" destOrd="0" presId="urn:microsoft.com/office/officeart/2018/2/layout/IconVerticalSolidList"/>
    <dgm:cxn modelId="{D5B403E5-4785-4D6B-A7EB-0ECAC90B0223}" type="presParOf" srcId="{7D4E8C5F-0223-41F7-BDA8-A118E7F225A2}" destId="{D375279A-2E22-4E8D-8493-67F922F9F930}" srcOrd="1" destOrd="0" presId="urn:microsoft.com/office/officeart/2018/2/layout/IconVerticalSolidList"/>
    <dgm:cxn modelId="{C0FEF8FA-F06B-499B-829F-EBBEDCCCCDC0}" type="presParOf" srcId="{7D4E8C5F-0223-41F7-BDA8-A118E7F225A2}" destId="{6509C9D5-C834-4320-A15B-132158211100}" srcOrd="2" destOrd="0" presId="urn:microsoft.com/office/officeart/2018/2/layout/IconVerticalSolidList"/>
    <dgm:cxn modelId="{3B3EE95B-BDE5-453C-B1DF-6DD41553A484}" type="presParOf" srcId="{7D4E8C5F-0223-41F7-BDA8-A118E7F225A2}" destId="{DC51CB22-5E94-487B-A377-BA1B85F0EE1C}" srcOrd="3" destOrd="0" presId="urn:microsoft.com/office/officeart/2018/2/layout/IconVerticalSolidList"/>
    <dgm:cxn modelId="{E00785FD-17F2-4587-AC58-1571FCCF9430}" type="presParOf" srcId="{EF11F856-C61D-4C3B-A161-E24CA9A3632F}" destId="{551DE84D-584B-4917-9D03-5945969BDF60}" srcOrd="7" destOrd="0" presId="urn:microsoft.com/office/officeart/2018/2/layout/IconVerticalSolidList"/>
    <dgm:cxn modelId="{2DC2451C-5F7C-466F-99E0-2509CB24D081}" type="presParOf" srcId="{EF11F856-C61D-4C3B-A161-E24CA9A3632F}" destId="{726B9EBC-60DE-4F2C-B251-D1A7559B8059}" srcOrd="8" destOrd="0" presId="urn:microsoft.com/office/officeart/2018/2/layout/IconVerticalSolidList"/>
    <dgm:cxn modelId="{0FBC36BD-F797-4C84-A496-B716E16852D1}" type="presParOf" srcId="{726B9EBC-60DE-4F2C-B251-D1A7559B8059}" destId="{D77C5FDA-7094-47AB-8232-6910844E4CE5}" srcOrd="0" destOrd="0" presId="urn:microsoft.com/office/officeart/2018/2/layout/IconVerticalSolidList"/>
    <dgm:cxn modelId="{4B436C2A-252F-411F-ABD8-1EE80700F4A5}" type="presParOf" srcId="{726B9EBC-60DE-4F2C-B251-D1A7559B8059}" destId="{84AB5868-E77A-4A1A-BDC5-F65C07315725}" srcOrd="1" destOrd="0" presId="urn:microsoft.com/office/officeart/2018/2/layout/IconVerticalSolidList"/>
    <dgm:cxn modelId="{D6FA945B-672F-457C-8E62-A2836EAFC02A}" type="presParOf" srcId="{726B9EBC-60DE-4F2C-B251-D1A7559B8059}" destId="{DFAB2A85-4F5D-4530-924F-1AAE7B52FD19}" srcOrd="2" destOrd="0" presId="urn:microsoft.com/office/officeart/2018/2/layout/IconVerticalSolidList"/>
    <dgm:cxn modelId="{DDC5517E-94CF-4BB1-AC68-4866E40A7863}" type="presParOf" srcId="{726B9EBC-60DE-4F2C-B251-D1A7559B8059}" destId="{2EB84278-36BA-4479-81B4-45F21BD650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82D75A-1B4D-445D-934B-616E80FD770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1437E6-F691-4885-9386-9308A750F95A}">
      <dgm:prSet/>
      <dgm:spPr/>
      <dgm:t>
        <a:bodyPr/>
        <a:lstStyle/>
        <a:p>
          <a:r>
            <a:rPr lang="de-AT"/>
            <a:t>Benutzerverwaltung mit LDAP &amp; Registrierung</a:t>
          </a:r>
          <a:endParaRPr lang="en-US"/>
        </a:p>
      </dgm:t>
    </dgm:pt>
    <dgm:pt modelId="{86CA5EF1-7FD4-4F05-8B46-FA9B15929FB4}" type="parTrans" cxnId="{1068C23B-7652-4E99-8DEB-1FEABA6F1636}">
      <dgm:prSet/>
      <dgm:spPr/>
      <dgm:t>
        <a:bodyPr/>
        <a:lstStyle/>
        <a:p>
          <a:endParaRPr lang="en-US"/>
        </a:p>
      </dgm:t>
    </dgm:pt>
    <dgm:pt modelId="{855C612A-4321-4187-B43D-B0C7B3243F6F}" type="sibTrans" cxnId="{1068C23B-7652-4E99-8DEB-1FEABA6F1636}">
      <dgm:prSet/>
      <dgm:spPr/>
      <dgm:t>
        <a:bodyPr/>
        <a:lstStyle/>
        <a:p>
          <a:endParaRPr lang="en-US"/>
        </a:p>
      </dgm:t>
    </dgm:pt>
    <dgm:pt modelId="{FF5B7386-C7BC-4912-9532-A3E603DB2548}">
      <dgm:prSet/>
      <dgm:spPr/>
      <dgm:t>
        <a:bodyPr/>
        <a:lstStyle/>
        <a:p>
          <a:r>
            <a:rPr lang="de-AT"/>
            <a:t>Rollen- &amp; Berechtigungssystem</a:t>
          </a:r>
          <a:endParaRPr lang="en-US"/>
        </a:p>
      </dgm:t>
    </dgm:pt>
    <dgm:pt modelId="{C78D85DF-6FE4-4942-B6B0-1DF87D3A11E5}" type="parTrans" cxnId="{380BFC33-A0C3-4426-B3A6-94A7E260FC9C}">
      <dgm:prSet/>
      <dgm:spPr/>
      <dgm:t>
        <a:bodyPr/>
        <a:lstStyle/>
        <a:p>
          <a:endParaRPr lang="en-US"/>
        </a:p>
      </dgm:t>
    </dgm:pt>
    <dgm:pt modelId="{4D2588F0-28FB-4B8A-9535-D9C3C1F9D2A9}" type="sibTrans" cxnId="{380BFC33-A0C3-4426-B3A6-94A7E260FC9C}">
      <dgm:prSet/>
      <dgm:spPr/>
      <dgm:t>
        <a:bodyPr/>
        <a:lstStyle/>
        <a:p>
          <a:endParaRPr lang="en-US"/>
        </a:p>
      </dgm:t>
    </dgm:pt>
    <dgm:pt modelId="{5F2139F9-5152-4FB5-8151-1DAC02F505CB}">
      <dgm:prSet/>
      <dgm:spPr/>
      <dgm:t>
        <a:bodyPr/>
        <a:lstStyle/>
        <a:p>
          <a:r>
            <a:rPr lang="de-AT"/>
            <a:t>Echtzeit-Textchat (TLS-verschlüsselt)</a:t>
          </a:r>
          <a:endParaRPr lang="en-US"/>
        </a:p>
      </dgm:t>
    </dgm:pt>
    <dgm:pt modelId="{1BF8AFE2-5E57-4636-8FD7-31BC70D2C992}" type="parTrans" cxnId="{467AADB9-3696-407A-8315-1C613E472510}">
      <dgm:prSet/>
      <dgm:spPr/>
      <dgm:t>
        <a:bodyPr/>
        <a:lstStyle/>
        <a:p>
          <a:endParaRPr lang="en-US"/>
        </a:p>
      </dgm:t>
    </dgm:pt>
    <dgm:pt modelId="{F2C470FF-9251-4ED2-B487-0917F0E50C3A}" type="sibTrans" cxnId="{467AADB9-3696-407A-8315-1C613E472510}">
      <dgm:prSet/>
      <dgm:spPr/>
      <dgm:t>
        <a:bodyPr/>
        <a:lstStyle/>
        <a:p>
          <a:endParaRPr lang="en-US"/>
        </a:p>
      </dgm:t>
    </dgm:pt>
    <dgm:pt modelId="{065E7004-5019-4788-BF3C-4F207586D73E}">
      <dgm:prSet/>
      <dgm:spPr/>
      <dgm:t>
        <a:bodyPr/>
        <a:lstStyle/>
        <a:p>
          <a:r>
            <a:rPr lang="de-AT"/>
            <a:t>Datei- &amp; Bildübertragung</a:t>
          </a:r>
          <a:endParaRPr lang="en-US"/>
        </a:p>
      </dgm:t>
    </dgm:pt>
    <dgm:pt modelId="{5467C61F-E881-4F0C-AFC9-A4DC97913E9E}" type="parTrans" cxnId="{702D57BE-A641-4C0C-88F8-73398CC56294}">
      <dgm:prSet/>
      <dgm:spPr/>
      <dgm:t>
        <a:bodyPr/>
        <a:lstStyle/>
        <a:p>
          <a:endParaRPr lang="en-US"/>
        </a:p>
      </dgm:t>
    </dgm:pt>
    <dgm:pt modelId="{8A1BC6FC-B8CA-4233-BA26-F823DC6FE3DC}" type="sibTrans" cxnId="{702D57BE-A641-4C0C-88F8-73398CC56294}">
      <dgm:prSet/>
      <dgm:spPr/>
      <dgm:t>
        <a:bodyPr/>
        <a:lstStyle/>
        <a:p>
          <a:endParaRPr lang="en-US"/>
        </a:p>
      </dgm:t>
    </dgm:pt>
    <dgm:pt modelId="{59C6A260-1FEE-423D-B3CA-D0344CDC74FC}">
      <dgm:prSet/>
      <dgm:spPr/>
      <dgm:t>
        <a:bodyPr/>
        <a:lstStyle/>
        <a:p>
          <a:r>
            <a:rPr lang="de-AT"/>
            <a:t>Admin-Dashboard mit Logs &amp; Backups</a:t>
          </a:r>
          <a:endParaRPr lang="en-US"/>
        </a:p>
      </dgm:t>
    </dgm:pt>
    <dgm:pt modelId="{7F1DFBCF-989F-4933-A708-90CB7D44C63C}" type="parTrans" cxnId="{98BD5AC0-754B-448A-9F5B-8662DC9F23A4}">
      <dgm:prSet/>
      <dgm:spPr/>
      <dgm:t>
        <a:bodyPr/>
        <a:lstStyle/>
        <a:p>
          <a:endParaRPr lang="en-US"/>
        </a:p>
      </dgm:t>
    </dgm:pt>
    <dgm:pt modelId="{C7574EA6-E21B-44C0-8FB7-2AFA49567A67}" type="sibTrans" cxnId="{98BD5AC0-754B-448A-9F5B-8662DC9F23A4}">
      <dgm:prSet/>
      <dgm:spPr/>
      <dgm:t>
        <a:bodyPr/>
        <a:lstStyle/>
        <a:p>
          <a:endParaRPr lang="en-US"/>
        </a:p>
      </dgm:t>
    </dgm:pt>
    <dgm:pt modelId="{18301694-318C-45BB-8849-56962683210D}">
      <dgm:prSet/>
      <dgm:spPr/>
      <dgm:t>
        <a:bodyPr/>
        <a:lstStyle/>
        <a:p>
          <a:r>
            <a:rPr lang="de-AT"/>
            <a:t>Web- &amp; Desktop-Zugriff</a:t>
          </a:r>
          <a:endParaRPr lang="en-US"/>
        </a:p>
      </dgm:t>
    </dgm:pt>
    <dgm:pt modelId="{18389951-71D6-45E7-8BCC-D7C1F2179EFC}" type="parTrans" cxnId="{99FC58F8-D4EF-4544-9517-AAF3D043B9A4}">
      <dgm:prSet/>
      <dgm:spPr/>
      <dgm:t>
        <a:bodyPr/>
        <a:lstStyle/>
        <a:p>
          <a:endParaRPr lang="en-US"/>
        </a:p>
      </dgm:t>
    </dgm:pt>
    <dgm:pt modelId="{596F8694-AF78-4604-BC11-B647BCCFB92E}" type="sibTrans" cxnId="{99FC58F8-D4EF-4544-9517-AAF3D043B9A4}">
      <dgm:prSet/>
      <dgm:spPr/>
      <dgm:t>
        <a:bodyPr/>
        <a:lstStyle/>
        <a:p>
          <a:endParaRPr lang="en-US"/>
        </a:p>
      </dgm:t>
    </dgm:pt>
    <dgm:pt modelId="{E9353F32-4AB8-49D4-A51C-9E6850C02478}" type="pres">
      <dgm:prSet presAssocID="{B482D75A-1B4D-445D-934B-616E80FD770F}" presName="Name0" presStyleCnt="0">
        <dgm:presLayoutVars>
          <dgm:dir/>
          <dgm:resizeHandles val="exact"/>
        </dgm:presLayoutVars>
      </dgm:prSet>
      <dgm:spPr/>
    </dgm:pt>
    <dgm:pt modelId="{5239CE3D-3452-41EA-A766-D105B2AA6E60}" type="pres">
      <dgm:prSet presAssocID="{5E1437E6-F691-4885-9386-9308A750F95A}" presName="node" presStyleLbl="node1" presStyleIdx="0" presStyleCnt="6">
        <dgm:presLayoutVars>
          <dgm:bulletEnabled val="1"/>
        </dgm:presLayoutVars>
      </dgm:prSet>
      <dgm:spPr/>
    </dgm:pt>
    <dgm:pt modelId="{CBF2C6FD-805F-4A50-92F4-A71A90B74F84}" type="pres">
      <dgm:prSet presAssocID="{855C612A-4321-4187-B43D-B0C7B3243F6F}" presName="sibTrans" presStyleLbl="sibTrans1D1" presStyleIdx="0" presStyleCnt="5"/>
      <dgm:spPr/>
    </dgm:pt>
    <dgm:pt modelId="{81CAF257-FF71-45C6-8384-EBAF4BEC8683}" type="pres">
      <dgm:prSet presAssocID="{855C612A-4321-4187-B43D-B0C7B3243F6F}" presName="connectorText" presStyleLbl="sibTrans1D1" presStyleIdx="0" presStyleCnt="5"/>
      <dgm:spPr/>
    </dgm:pt>
    <dgm:pt modelId="{86890F90-8173-44FB-84D2-74320E8994A3}" type="pres">
      <dgm:prSet presAssocID="{FF5B7386-C7BC-4912-9532-A3E603DB2548}" presName="node" presStyleLbl="node1" presStyleIdx="1" presStyleCnt="6">
        <dgm:presLayoutVars>
          <dgm:bulletEnabled val="1"/>
        </dgm:presLayoutVars>
      </dgm:prSet>
      <dgm:spPr/>
    </dgm:pt>
    <dgm:pt modelId="{A9A902E2-0955-4473-9DCA-BD145E2D35E5}" type="pres">
      <dgm:prSet presAssocID="{4D2588F0-28FB-4B8A-9535-D9C3C1F9D2A9}" presName="sibTrans" presStyleLbl="sibTrans1D1" presStyleIdx="1" presStyleCnt="5"/>
      <dgm:spPr/>
    </dgm:pt>
    <dgm:pt modelId="{1036DEF6-B711-495D-89AC-082053E399A4}" type="pres">
      <dgm:prSet presAssocID="{4D2588F0-28FB-4B8A-9535-D9C3C1F9D2A9}" presName="connectorText" presStyleLbl="sibTrans1D1" presStyleIdx="1" presStyleCnt="5"/>
      <dgm:spPr/>
    </dgm:pt>
    <dgm:pt modelId="{7DF0C77F-9FD0-4CA3-ADF0-0B3A109E9EA2}" type="pres">
      <dgm:prSet presAssocID="{5F2139F9-5152-4FB5-8151-1DAC02F505CB}" presName="node" presStyleLbl="node1" presStyleIdx="2" presStyleCnt="6">
        <dgm:presLayoutVars>
          <dgm:bulletEnabled val="1"/>
        </dgm:presLayoutVars>
      </dgm:prSet>
      <dgm:spPr/>
    </dgm:pt>
    <dgm:pt modelId="{881DC1DF-159E-4E1D-9388-92374B2E89C3}" type="pres">
      <dgm:prSet presAssocID="{F2C470FF-9251-4ED2-B487-0917F0E50C3A}" presName="sibTrans" presStyleLbl="sibTrans1D1" presStyleIdx="2" presStyleCnt="5"/>
      <dgm:spPr/>
    </dgm:pt>
    <dgm:pt modelId="{1B9371A9-F5F9-4ECD-9E4F-9BA882239BA5}" type="pres">
      <dgm:prSet presAssocID="{F2C470FF-9251-4ED2-B487-0917F0E50C3A}" presName="connectorText" presStyleLbl="sibTrans1D1" presStyleIdx="2" presStyleCnt="5"/>
      <dgm:spPr/>
    </dgm:pt>
    <dgm:pt modelId="{2CB7F3AB-21FE-4D81-B76F-F1CFCC78D887}" type="pres">
      <dgm:prSet presAssocID="{065E7004-5019-4788-BF3C-4F207586D73E}" presName="node" presStyleLbl="node1" presStyleIdx="3" presStyleCnt="6">
        <dgm:presLayoutVars>
          <dgm:bulletEnabled val="1"/>
        </dgm:presLayoutVars>
      </dgm:prSet>
      <dgm:spPr/>
    </dgm:pt>
    <dgm:pt modelId="{A7449B46-18A8-4738-B22F-201C3F4FE817}" type="pres">
      <dgm:prSet presAssocID="{8A1BC6FC-B8CA-4233-BA26-F823DC6FE3DC}" presName="sibTrans" presStyleLbl="sibTrans1D1" presStyleIdx="3" presStyleCnt="5"/>
      <dgm:spPr/>
    </dgm:pt>
    <dgm:pt modelId="{9AC1DDAD-1FA9-4D55-BEB4-9A543B49B782}" type="pres">
      <dgm:prSet presAssocID="{8A1BC6FC-B8CA-4233-BA26-F823DC6FE3DC}" presName="connectorText" presStyleLbl="sibTrans1D1" presStyleIdx="3" presStyleCnt="5"/>
      <dgm:spPr/>
    </dgm:pt>
    <dgm:pt modelId="{A2FA212E-2CE7-4C51-ABA3-87C3B6D852C6}" type="pres">
      <dgm:prSet presAssocID="{59C6A260-1FEE-423D-B3CA-D0344CDC74FC}" presName="node" presStyleLbl="node1" presStyleIdx="4" presStyleCnt="6">
        <dgm:presLayoutVars>
          <dgm:bulletEnabled val="1"/>
        </dgm:presLayoutVars>
      </dgm:prSet>
      <dgm:spPr/>
    </dgm:pt>
    <dgm:pt modelId="{9BF5BEEC-9D5E-4575-8D3E-CED41A02B39F}" type="pres">
      <dgm:prSet presAssocID="{C7574EA6-E21B-44C0-8FB7-2AFA49567A67}" presName="sibTrans" presStyleLbl="sibTrans1D1" presStyleIdx="4" presStyleCnt="5"/>
      <dgm:spPr/>
    </dgm:pt>
    <dgm:pt modelId="{46FE6340-F607-476F-B6D1-FCF04E9B6DDD}" type="pres">
      <dgm:prSet presAssocID="{C7574EA6-E21B-44C0-8FB7-2AFA49567A67}" presName="connectorText" presStyleLbl="sibTrans1D1" presStyleIdx="4" presStyleCnt="5"/>
      <dgm:spPr/>
    </dgm:pt>
    <dgm:pt modelId="{794D3889-812B-46FB-A12C-C0F254AF2E27}" type="pres">
      <dgm:prSet presAssocID="{18301694-318C-45BB-8849-56962683210D}" presName="node" presStyleLbl="node1" presStyleIdx="5" presStyleCnt="6">
        <dgm:presLayoutVars>
          <dgm:bulletEnabled val="1"/>
        </dgm:presLayoutVars>
      </dgm:prSet>
      <dgm:spPr/>
    </dgm:pt>
  </dgm:ptLst>
  <dgm:cxnLst>
    <dgm:cxn modelId="{1CDD1503-8E21-4FED-B5CF-58BEF97C3FF7}" type="presOf" srcId="{59C6A260-1FEE-423D-B3CA-D0344CDC74FC}" destId="{A2FA212E-2CE7-4C51-ABA3-87C3B6D852C6}" srcOrd="0" destOrd="0" presId="urn:microsoft.com/office/officeart/2016/7/layout/RepeatingBendingProcessNew"/>
    <dgm:cxn modelId="{232ABB05-352A-4B2C-863D-94035D963F3F}" type="presOf" srcId="{F2C470FF-9251-4ED2-B487-0917F0E50C3A}" destId="{1B9371A9-F5F9-4ECD-9E4F-9BA882239BA5}" srcOrd="1" destOrd="0" presId="urn:microsoft.com/office/officeart/2016/7/layout/RepeatingBendingProcessNew"/>
    <dgm:cxn modelId="{B08DFB12-9226-4DC3-A936-7C6B1506A4DA}" type="presOf" srcId="{8A1BC6FC-B8CA-4233-BA26-F823DC6FE3DC}" destId="{9AC1DDAD-1FA9-4D55-BEB4-9A543B49B782}" srcOrd="1" destOrd="0" presId="urn:microsoft.com/office/officeart/2016/7/layout/RepeatingBendingProcessNew"/>
    <dgm:cxn modelId="{380BFC33-A0C3-4426-B3A6-94A7E260FC9C}" srcId="{B482D75A-1B4D-445D-934B-616E80FD770F}" destId="{FF5B7386-C7BC-4912-9532-A3E603DB2548}" srcOrd="1" destOrd="0" parTransId="{C78D85DF-6FE4-4942-B6B0-1DF87D3A11E5}" sibTransId="{4D2588F0-28FB-4B8A-9535-D9C3C1F9D2A9}"/>
    <dgm:cxn modelId="{519BBD38-2464-43B8-B954-75853689E206}" type="presOf" srcId="{855C612A-4321-4187-B43D-B0C7B3243F6F}" destId="{81CAF257-FF71-45C6-8384-EBAF4BEC8683}" srcOrd="1" destOrd="0" presId="urn:microsoft.com/office/officeart/2016/7/layout/RepeatingBendingProcessNew"/>
    <dgm:cxn modelId="{1068C23B-7652-4E99-8DEB-1FEABA6F1636}" srcId="{B482D75A-1B4D-445D-934B-616E80FD770F}" destId="{5E1437E6-F691-4885-9386-9308A750F95A}" srcOrd="0" destOrd="0" parTransId="{86CA5EF1-7FD4-4F05-8B46-FA9B15929FB4}" sibTransId="{855C612A-4321-4187-B43D-B0C7B3243F6F}"/>
    <dgm:cxn modelId="{AFF35740-64A7-4414-BFAC-4A4A94D781FA}" type="presOf" srcId="{FF5B7386-C7BC-4912-9532-A3E603DB2548}" destId="{86890F90-8173-44FB-84D2-74320E8994A3}" srcOrd="0" destOrd="0" presId="urn:microsoft.com/office/officeart/2016/7/layout/RepeatingBendingProcessNew"/>
    <dgm:cxn modelId="{F212EA63-671C-4B7A-B7BB-DB4126F9AC68}" type="presOf" srcId="{18301694-318C-45BB-8849-56962683210D}" destId="{794D3889-812B-46FB-A12C-C0F254AF2E27}" srcOrd="0" destOrd="0" presId="urn:microsoft.com/office/officeart/2016/7/layout/RepeatingBendingProcessNew"/>
    <dgm:cxn modelId="{5BD2D64E-96B5-44F8-8150-07B1EDCCEFF4}" type="presOf" srcId="{F2C470FF-9251-4ED2-B487-0917F0E50C3A}" destId="{881DC1DF-159E-4E1D-9388-92374B2E89C3}" srcOrd="0" destOrd="0" presId="urn:microsoft.com/office/officeart/2016/7/layout/RepeatingBendingProcessNew"/>
    <dgm:cxn modelId="{39ECE274-AE8D-43AE-A6C0-08D1025660C1}" type="presOf" srcId="{5F2139F9-5152-4FB5-8151-1DAC02F505CB}" destId="{7DF0C77F-9FD0-4CA3-ADF0-0B3A109E9EA2}" srcOrd="0" destOrd="0" presId="urn:microsoft.com/office/officeart/2016/7/layout/RepeatingBendingProcessNew"/>
    <dgm:cxn modelId="{8DEE6C57-FB37-4331-8486-F086F39537AC}" type="presOf" srcId="{5E1437E6-F691-4885-9386-9308A750F95A}" destId="{5239CE3D-3452-41EA-A766-D105B2AA6E60}" srcOrd="0" destOrd="0" presId="urn:microsoft.com/office/officeart/2016/7/layout/RepeatingBendingProcessNew"/>
    <dgm:cxn modelId="{C0E2F5A9-C1D1-4199-A95E-648D8ACF1C3D}" type="presOf" srcId="{4D2588F0-28FB-4B8A-9535-D9C3C1F9D2A9}" destId="{1036DEF6-B711-495D-89AC-082053E399A4}" srcOrd="1" destOrd="0" presId="urn:microsoft.com/office/officeart/2016/7/layout/RepeatingBendingProcessNew"/>
    <dgm:cxn modelId="{467AADB9-3696-407A-8315-1C613E472510}" srcId="{B482D75A-1B4D-445D-934B-616E80FD770F}" destId="{5F2139F9-5152-4FB5-8151-1DAC02F505CB}" srcOrd="2" destOrd="0" parTransId="{1BF8AFE2-5E57-4636-8FD7-31BC70D2C992}" sibTransId="{F2C470FF-9251-4ED2-B487-0917F0E50C3A}"/>
    <dgm:cxn modelId="{702D57BE-A641-4C0C-88F8-73398CC56294}" srcId="{B482D75A-1B4D-445D-934B-616E80FD770F}" destId="{065E7004-5019-4788-BF3C-4F207586D73E}" srcOrd="3" destOrd="0" parTransId="{5467C61F-E881-4F0C-AFC9-A4DC97913E9E}" sibTransId="{8A1BC6FC-B8CA-4233-BA26-F823DC6FE3DC}"/>
    <dgm:cxn modelId="{98BD5AC0-754B-448A-9F5B-8662DC9F23A4}" srcId="{B482D75A-1B4D-445D-934B-616E80FD770F}" destId="{59C6A260-1FEE-423D-B3CA-D0344CDC74FC}" srcOrd="4" destOrd="0" parTransId="{7F1DFBCF-989F-4933-A708-90CB7D44C63C}" sibTransId="{C7574EA6-E21B-44C0-8FB7-2AFA49567A67}"/>
    <dgm:cxn modelId="{289B67E1-CB81-4D5C-872B-AD9EB84BD068}" type="presOf" srcId="{8A1BC6FC-B8CA-4233-BA26-F823DC6FE3DC}" destId="{A7449B46-18A8-4738-B22F-201C3F4FE817}" srcOrd="0" destOrd="0" presId="urn:microsoft.com/office/officeart/2016/7/layout/RepeatingBendingProcessNew"/>
    <dgm:cxn modelId="{5D16B1C2-31CC-4BFF-BA15-D2D94EFA4F53}" type="presOf" srcId="{C7574EA6-E21B-44C0-8FB7-2AFA49567A67}" destId="{46FE6340-F607-476F-B6D1-FCF04E9B6DDD}" srcOrd="1" destOrd="0" presId="urn:microsoft.com/office/officeart/2016/7/layout/RepeatingBendingProcessNew"/>
    <dgm:cxn modelId="{6BE502E4-F8B9-41DF-A43E-B15A25986951}" type="presOf" srcId="{C7574EA6-E21B-44C0-8FB7-2AFA49567A67}" destId="{9BF5BEEC-9D5E-4575-8D3E-CED41A02B39F}" srcOrd="0" destOrd="0" presId="urn:microsoft.com/office/officeart/2016/7/layout/RepeatingBendingProcessNew"/>
    <dgm:cxn modelId="{ED0A7DCA-EA15-4898-839F-9231238DE55F}" type="presOf" srcId="{4D2588F0-28FB-4B8A-9535-D9C3C1F9D2A9}" destId="{A9A902E2-0955-4473-9DCA-BD145E2D35E5}" srcOrd="0" destOrd="0" presId="urn:microsoft.com/office/officeart/2016/7/layout/RepeatingBendingProcessNew"/>
    <dgm:cxn modelId="{13A0F1D5-8E31-4D4D-B30F-D8AFB491D557}" type="presOf" srcId="{B482D75A-1B4D-445D-934B-616E80FD770F}" destId="{E9353F32-4AB8-49D4-A51C-9E6850C02478}" srcOrd="0" destOrd="0" presId="urn:microsoft.com/office/officeart/2016/7/layout/RepeatingBendingProcessNew"/>
    <dgm:cxn modelId="{643A54F8-0C52-47A6-9CD8-7EFB5A2F816F}" type="presOf" srcId="{855C612A-4321-4187-B43D-B0C7B3243F6F}" destId="{CBF2C6FD-805F-4A50-92F4-A71A90B74F84}" srcOrd="0" destOrd="0" presId="urn:microsoft.com/office/officeart/2016/7/layout/RepeatingBendingProcessNew"/>
    <dgm:cxn modelId="{99FC58F8-D4EF-4544-9517-AAF3D043B9A4}" srcId="{B482D75A-1B4D-445D-934B-616E80FD770F}" destId="{18301694-318C-45BB-8849-56962683210D}" srcOrd="5" destOrd="0" parTransId="{18389951-71D6-45E7-8BCC-D7C1F2179EFC}" sibTransId="{596F8694-AF78-4604-BC11-B647BCCFB92E}"/>
    <dgm:cxn modelId="{3EA9C6F9-42E0-4DE6-8263-C6583929E97C}" type="presOf" srcId="{065E7004-5019-4788-BF3C-4F207586D73E}" destId="{2CB7F3AB-21FE-4D81-B76F-F1CFCC78D887}" srcOrd="0" destOrd="0" presId="urn:microsoft.com/office/officeart/2016/7/layout/RepeatingBendingProcessNew"/>
    <dgm:cxn modelId="{DB5D6606-29D7-4ECD-8278-DDE894EC5B1D}" type="presParOf" srcId="{E9353F32-4AB8-49D4-A51C-9E6850C02478}" destId="{5239CE3D-3452-41EA-A766-D105B2AA6E60}" srcOrd="0" destOrd="0" presId="urn:microsoft.com/office/officeart/2016/7/layout/RepeatingBendingProcessNew"/>
    <dgm:cxn modelId="{4DC337E2-F36A-4426-9272-918C4AD5BE3E}" type="presParOf" srcId="{E9353F32-4AB8-49D4-A51C-9E6850C02478}" destId="{CBF2C6FD-805F-4A50-92F4-A71A90B74F84}" srcOrd="1" destOrd="0" presId="urn:microsoft.com/office/officeart/2016/7/layout/RepeatingBendingProcessNew"/>
    <dgm:cxn modelId="{B105AC4D-9BDE-4B68-A7A1-0737C0DBBA0A}" type="presParOf" srcId="{CBF2C6FD-805F-4A50-92F4-A71A90B74F84}" destId="{81CAF257-FF71-45C6-8384-EBAF4BEC8683}" srcOrd="0" destOrd="0" presId="urn:microsoft.com/office/officeart/2016/7/layout/RepeatingBendingProcessNew"/>
    <dgm:cxn modelId="{031D01ED-A7D6-48CF-BB2C-F42235F6189B}" type="presParOf" srcId="{E9353F32-4AB8-49D4-A51C-9E6850C02478}" destId="{86890F90-8173-44FB-84D2-74320E8994A3}" srcOrd="2" destOrd="0" presId="urn:microsoft.com/office/officeart/2016/7/layout/RepeatingBendingProcessNew"/>
    <dgm:cxn modelId="{A24F0FC1-3B54-42E8-80FA-EF858EDCF3A0}" type="presParOf" srcId="{E9353F32-4AB8-49D4-A51C-9E6850C02478}" destId="{A9A902E2-0955-4473-9DCA-BD145E2D35E5}" srcOrd="3" destOrd="0" presId="urn:microsoft.com/office/officeart/2016/7/layout/RepeatingBendingProcessNew"/>
    <dgm:cxn modelId="{1167AF14-308D-44C8-803F-57B838005F5C}" type="presParOf" srcId="{A9A902E2-0955-4473-9DCA-BD145E2D35E5}" destId="{1036DEF6-B711-495D-89AC-082053E399A4}" srcOrd="0" destOrd="0" presId="urn:microsoft.com/office/officeart/2016/7/layout/RepeatingBendingProcessNew"/>
    <dgm:cxn modelId="{602696C6-091E-44F1-BF67-AEEE4A174E20}" type="presParOf" srcId="{E9353F32-4AB8-49D4-A51C-9E6850C02478}" destId="{7DF0C77F-9FD0-4CA3-ADF0-0B3A109E9EA2}" srcOrd="4" destOrd="0" presId="urn:microsoft.com/office/officeart/2016/7/layout/RepeatingBendingProcessNew"/>
    <dgm:cxn modelId="{49C45778-C906-4EE5-BF9E-9F6A84F5C028}" type="presParOf" srcId="{E9353F32-4AB8-49D4-A51C-9E6850C02478}" destId="{881DC1DF-159E-4E1D-9388-92374B2E89C3}" srcOrd="5" destOrd="0" presId="urn:microsoft.com/office/officeart/2016/7/layout/RepeatingBendingProcessNew"/>
    <dgm:cxn modelId="{F1C9A8C5-A701-458B-998F-9DDA9DC939EC}" type="presParOf" srcId="{881DC1DF-159E-4E1D-9388-92374B2E89C3}" destId="{1B9371A9-F5F9-4ECD-9E4F-9BA882239BA5}" srcOrd="0" destOrd="0" presId="urn:microsoft.com/office/officeart/2016/7/layout/RepeatingBendingProcessNew"/>
    <dgm:cxn modelId="{D0C892F8-2621-4C5A-ABE8-A5548A1BFE17}" type="presParOf" srcId="{E9353F32-4AB8-49D4-A51C-9E6850C02478}" destId="{2CB7F3AB-21FE-4D81-B76F-F1CFCC78D887}" srcOrd="6" destOrd="0" presId="urn:microsoft.com/office/officeart/2016/7/layout/RepeatingBendingProcessNew"/>
    <dgm:cxn modelId="{D31833CB-F95B-420B-9BBD-C023A49DF31A}" type="presParOf" srcId="{E9353F32-4AB8-49D4-A51C-9E6850C02478}" destId="{A7449B46-18A8-4738-B22F-201C3F4FE817}" srcOrd="7" destOrd="0" presId="urn:microsoft.com/office/officeart/2016/7/layout/RepeatingBendingProcessNew"/>
    <dgm:cxn modelId="{6CDE90C5-BEFD-4503-86AE-760612F308B6}" type="presParOf" srcId="{A7449B46-18A8-4738-B22F-201C3F4FE817}" destId="{9AC1DDAD-1FA9-4D55-BEB4-9A543B49B782}" srcOrd="0" destOrd="0" presId="urn:microsoft.com/office/officeart/2016/7/layout/RepeatingBendingProcessNew"/>
    <dgm:cxn modelId="{7EB33E0A-DACA-46B4-91CA-ED635839361B}" type="presParOf" srcId="{E9353F32-4AB8-49D4-A51C-9E6850C02478}" destId="{A2FA212E-2CE7-4C51-ABA3-87C3B6D852C6}" srcOrd="8" destOrd="0" presId="urn:microsoft.com/office/officeart/2016/7/layout/RepeatingBendingProcessNew"/>
    <dgm:cxn modelId="{8DA0192C-F985-416B-9940-79D744FD7848}" type="presParOf" srcId="{E9353F32-4AB8-49D4-A51C-9E6850C02478}" destId="{9BF5BEEC-9D5E-4575-8D3E-CED41A02B39F}" srcOrd="9" destOrd="0" presId="urn:microsoft.com/office/officeart/2016/7/layout/RepeatingBendingProcessNew"/>
    <dgm:cxn modelId="{54D56805-36E8-4E99-9EC3-AB3E03F9B559}" type="presParOf" srcId="{9BF5BEEC-9D5E-4575-8D3E-CED41A02B39F}" destId="{46FE6340-F607-476F-B6D1-FCF04E9B6DDD}" srcOrd="0" destOrd="0" presId="urn:microsoft.com/office/officeart/2016/7/layout/RepeatingBendingProcessNew"/>
    <dgm:cxn modelId="{4E025BB2-224D-4BEE-B940-E620E41C8BEB}" type="presParOf" srcId="{E9353F32-4AB8-49D4-A51C-9E6850C02478}" destId="{794D3889-812B-46FB-A12C-C0F254AF2E2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0D69BA-528B-40B7-B408-43612C0769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E768B7-5026-419A-9D25-A21996A46BA6}">
      <dgm:prSet/>
      <dgm:spPr/>
      <dgm:t>
        <a:bodyPr/>
        <a:lstStyle/>
        <a:p>
          <a:r>
            <a:rPr lang="de-AT"/>
            <a:t>volle Datenhoheit</a:t>
          </a:r>
          <a:endParaRPr lang="en-US"/>
        </a:p>
      </dgm:t>
    </dgm:pt>
    <dgm:pt modelId="{D7599F06-14E2-4672-A8CA-B20FE18F2A07}" type="parTrans" cxnId="{FD89BEB8-2928-4EAF-9BFD-997A148A97ED}">
      <dgm:prSet/>
      <dgm:spPr/>
      <dgm:t>
        <a:bodyPr/>
        <a:lstStyle/>
        <a:p>
          <a:endParaRPr lang="en-US"/>
        </a:p>
      </dgm:t>
    </dgm:pt>
    <dgm:pt modelId="{1090E072-3D4F-4F3E-A53C-9040E974A287}" type="sibTrans" cxnId="{FD89BEB8-2928-4EAF-9BFD-997A148A97ED}">
      <dgm:prSet/>
      <dgm:spPr/>
      <dgm:t>
        <a:bodyPr/>
        <a:lstStyle/>
        <a:p>
          <a:endParaRPr lang="en-US"/>
        </a:p>
      </dgm:t>
    </dgm:pt>
    <dgm:pt modelId="{E4E57321-D46C-419F-BBEE-C9F0052BBA33}">
      <dgm:prSet/>
      <dgm:spPr/>
      <dgm:t>
        <a:bodyPr/>
        <a:lstStyle/>
        <a:p>
          <a:r>
            <a:rPr lang="de-AT"/>
            <a:t>erhöhte Datensicherheit</a:t>
          </a:r>
          <a:endParaRPr lang="en-US"/>
        </a:p>
      </dgm:t>
    </dgm:pt>
    <dgm:pt modelId="{AA4461E4-32C6-41E2-9CD8-E43E4BD10A78}" type="parTrans" cxnId="{07592A75-A8A2-4617-9F3F-83A7538BFDD8}">
      <dgm:prSet/>
      <dgm:spPr/>
      <dgm:t>
        <a:bodyPr/>
        <a:lstStyle/>
        <a:p>
          <a:endParaRPr lang="en-US"/>
        </a:p>
      </dgm:t>
    </dgm:pt>
    <dgm:pt modelId="{51208023-5D45-4C8F-8F1D-2D168ECF0663}" type="sibTrans" cxnId="{07592A75-A8A2-4617-9F3F-83A7538BFDD8}">
      <dgm:prSet/>
      <dgm:spPr/>
      <dgm:t>
        <a:bodyPr/>
        <a:lstStyle/>
        <a:p>
          <a:endParaRPr lang="en-US"/>
        </a:p>
      </dgm:t>
    </dgm:pt>
    <dgm:pt modelId="{812C40C7-D3CA-4779-8F8C-061F214CB0B4}">
      <dgm:prSet/>
      <dgm:spPr/>
      <dgm:t>
        <a:bodyPr/>
        <a:lstStyle/>
        <a:p>
          <a:r>
            <a:rPr lang="de-AT"/>
            <a:t>DSGVO-Konformität</a:t>
          </a:r>
          <a:endParaRPr lang="en-US"/>
        </a:p>
      </dgm:t>
    </dgm:pt>
    <dgm:pt modelId="{C835E5FE-CD37-42D4-8ECD-696087E3EA3E}" type="parTrans" cxnId="{FF1E622F-CF98-4CB4-8CD9-2C795A2C234C}">
      <dgm:prSet/>
      <dgm:spPr/>
      <dgm:t>
        <a:bodyPr/>
        <a:lstStyle/>
        <a:p>
          <a:endParaRPr lang="en-US"/>
        </a:p>
      </dgm:t>
    </dgm:pt>
    <dgm:pt modelId="{DB7FF620-9744-48F2-B6CD-ED4030B45386}" type="sibTrans" cxnId="{FF1E622F-CF98-4CB4-8CD9-2C795A2C234C}">
      <dgm:prSet/>
      <dgm:spPr/>
      <dgm:t>
        <a:bodyPr/>
        <a:lstStyle/>
        <a:p>
          <a:endParaRPr lang="en-US"/>
        </a:p>
      </dgm:t>
    </dgm:pt>
    <dgm:pt modelId="{4D74BBBB-0558-44B6-B148-8225F769BEEF}">
      <dgm:prSet/>
      <dgm:spPr/>
      <dgm:t>
        <a:bodyPr/>
        <a:lstStyle/>
        <a:p>
          <a:r>
            <a:rPr lang="de-AT"/>
            <a:t>bessere Teamkommunikation</a:t>
          </a:r>
          <a:endParaRPr lang="en-US"/>
        </a:p>
      </dgm:t>
    </dgm:pt>
    <dgm:pt modelId="{92CED6BB-1FB8-4E59-8232-A4855FC40ABF}" type="parTrans" cxnId="{6BA592F2-88B4-4F2A-899B-8FB5A6B70D79}">
      <dgm:prSet/>
      <dgm:spPr/>
      <dgm:t>
        <a:bodyPr/>
        <a:lstStyle/>
        <a:p>
          <a:endParaRPr lang="en-US"/>
        </a:p>
      </dgm:t>
    </dgm:pt>
    <dgm:pt modelId="{EDA32A66-30E7-4249-9D21-8B09A1A1383E}" type="sibTrans" cxnId="{6BA592F2-88B4-4F2A-899B-8FB5A6B70D79}">
      <dgm:prSet/>
      <dgm:spPr/>
      <dgm:t>
        <a:bodyPr/>
        <a:lstStyle/>
        <a:p>
          <a:endParaRPr lang="en-US"/>
        </a:p>
      </dgm:t>
    </dgm:pt>
    <dgm:pt modelId="{EBD1077D-D01B-408B-9F6A-C91C3EE62765}">
      <dgm:prSet/>
      <dgm:spPr/>
      <dgm:t>
        <a:bodyPr/>
        <a:lstStyle/>
        <a:p>
          <a:r>
            <a:rPr lang="de-AT"/>
            <a:t>Unabhängigkeit von Cloud-Anbietern</a:t>
          </a:r>
          <a:endParaRPr lang="en-US"/>
        </a:p>
      </dgm:t>
    </dgm:pt>
    <dgm:pt modelId="{DCB827A3-D61B-4938-A117-1F2A5B4DDA59}" type="parTrans" cxnId="{D1129717-E669-4AA3-AFB3-AFC5CA31F292}">
      <dgm:prSet/>
      <dgm:spPr/>
      <dgm:t>
        <a:bodyPr/>
        <a:lstStyle/>
        <a:p>
          <a:endParaRPr lang="en-US"/>
        </a:p>
      </dgm:t>
    </dgm:pt>
    <dgm:pt modelId="{220A1A22-8641-4C93-A90A-F4EEBC01693C}" type="sibTrans" cxnId="{D1129717-E669-4AA3-AFB3-AFC5CA31F292}">
      <dgm:prSet/>
      <dgm:spPr/>
      <dgm:t>
        <a:bodyPr/>
        <a:lstStyle/>
        <a:p>
          <a:endParaRPr lang="en-US"/>
        </a:p>
      </dgm:t>
    </dgm:pt>
    <dgm:pt modelId="{154EFEB2-426C-4680-93DC-10C32B9C7227}" type="pres">
      <dgm:prSet presAssocID="{B00D69BA-528B-40B7-B408-43612C076916}" presName="diagram" presStyleCnt="0">
        <dgm:presLayoutVars>
          <dgm:dir/>
          <dgm:resizeHandles val="exact"/>
        </dgm:presLayoutVars>
      </dgm:prSet>
      <dgm:spPr/>
    </dgm:pt>
    <dgm:pt modelId="{481D69FB-F6FE-429C-B580-D53A0625ACB5}" type="pres">
      <dgm:prSet presAssocID="{C2E768B7-5026-419A-9D25-A21996A46BA6}" presName="node" presStyleLbl="node1" presStyleIdx="0" presStyleCnt="5">
        <dgm:presLayoutVars>
          <dgm:bulletEnabled val="1"/>
        </dgm:presLayoutVars>
      </dgm:prSet>
      <dgm:spPr/>
    </dgm:pt>
    <dgm:pt modelId="{7EAB3B3F-A2E3-487F-B4B3-A827F698F48D}" type="pres">
      <dgm:prSet presAssocID="{1090E072-3D4F-4F3E-A53C-9040E974A287}" presName="sibTrans" presStyleCnt="0"/>
      <dgm:spPr/>
    </dgm:pt>
    <dgm:pt modelId="{2E4C49F1-0D13-4B57-A5D4-A58E65BF58A0}" type="pres">
      <dgm:prSet presAssocID="{E4E57321-D46C-419F-BBEE-C9F0052BBA33}" presName="node" presStyleLbl="node1" presStyleIdx="1" presStyleCnt="5">
        <dgm:presLayoutVars>
          <dgm:bulletEnabled val="1"/>
        </dgm:presLayoutVars>
      </dgm:prSet>
      <dgm:spPr/>
    </dgm:pt>
    <dgm:pt modelId="{E8EC85C8-28AC-4D14-A6E6-C180FF8C08F6}" type="pres">
      <dgm:prSet presAssocID="{51208023-5D45-4C8F-8F1D-2D168ECF0663}" presName="sibTrans" presStyleCnt="0"/>
      <dgm:spPr/>
    </dgm:pt>
    <dgm:pt modelId="{CBB73C31-06A4-4960-B930-5A4CDF90532D}" type="pres">
      <dgm:prSet presAssocID="{812C40C7-D3CA-4779-8F8C-061F214CB0B4}" presName="node" presStyleLbl="node1" presStyleIdx="2" presStyleCnt="5">
        <dgm:presLayoutVars>
          <dgm:bulletEnabled val="1"/>
        </dgm:presLayoutVars>
      </dgm:prSet>
      <dgm:spPr/>
    </dgm:pt>
    <dgm:pt modelId="{F2378660-E0CF-4570-8C88-71C680C386B5}" type="pres">
      <dgm:prSet presAssocID="{DB7FF620-9744-48F2-B6CD-ED4030B45386}" presName="sibTrans" presStyleCnt="0"/>
      <dgm:spPr/>
    </dgm:pt>
    <dgm:pt modelId="{17717074-338F-4711-8F15-B7FAD254C2E3}" type="pres">
      <dgm:prSet presAssocID="{4D74BBBB-0558-44B6-B148-8225F769BEEF}" presName="node" presStyleLbl="node1" presStyleIdx="3" presStyleCnt="5">
        <dgm:presLayoutVars>
          <dgm:bulletEnabled val="1"/>
        </dgm:presLayoutVars>
      </dgm:prSet>
      <dgm:spPr/>
    </dgm:pt>
    <dgm:pt modelId="{E32996A8-33B2-4A14-A1F9-D42679E12A0F}" type="pres">
      <dgm:prSet presAssocID="{EDA32A66-30E7-4249-9D21-8B09A1A1383E}" presName="sibTrans" presStyleCnt="0"/>
      <dgm:spPr/>
    </dgm:pt>
    <dgm:pt modelId="{47A03180-9B8D-4CAB-8000-32790EF0F49C}" type="pres">
      <dgm:prSet presAssocID="{EBD1077D-D01B-408B-9F6A-C91C3EE62765}" presName="node" presStyleLbl="node1" presStyleIdx="4" presStyleCnt="5">
        <dgm:presLayoutVars>
          <dgm:bulletEnabled val="1"/>
        </dgm:presLayoutVars>
      </dgm:prSet>
      <dgm:spPr/>
    </dgm:pt>
  </dgm:ptLst>
  <dgm:cxnLst>
    <dgm:cxn modelId="{D1129717-E669-4AA3-AFB3-AFC5CA31F292}" srcId="{B00D69BA-528B-40B7-B408-43612C076916}" destId="{EBD1077D-D01B-408B-9F6A-C91C3EE62765}" srcOrd="4" destOrd="0" parTransId="{DCB827A3-D61B-4938-A117-1F2A5B4DDA59}" sibTransId="{220A1A22-8641-4C93-A90A-F4EEBC01693C}"/>
    <dgm:cxn modelId="{FF1E622F-CF98-4CB4-8CD9-2C795A2C234C}" srcId="{B00D69BA-528B-40B7-B408-43612C076916}" destId="{812C40C7-D3CA-4779-8F8C-061F214CB0B4}" srcOrd="2" destOrd="0" parTransId="{C835E5FE-CD37-42D4-8ECD-696087E3EA3E}" sibTransId="{DB7FF620-9744-48F2-B6CD-ED4030B45386}"/>
    <dgm:cxn modelId="{F7FD5537-7C18-4213-A5FF-DBD16209A4E6}" type="presOf" srcId="{B00D69BA-528B-40B7-B408-43612C076916}" destId="{154EFEB2-426C-4680-93DC-10C32B9C7227}" srcOrd="0" destOrd="0" presId="urn:microsoft.com/office/officeart/2005/8/layout/default"/>
    <dgm:cxn modelId="{07592A75-A8A2-4617-9F3F-83A7538BFDD8}" srcId="{B00D69BA-528B-40B7-B408-43612C076916}" destId="{E4E57321-D46C-419F-BBEE-C9F0052BBA33}" srcOrd="1" destOrd="0" parTransId="{AA4461E4-32C6-41E2-9CD8-E43E4BD10A78}" sibTransId="{51208023-5D45-4C8F-8F1D-2D168ECF0663}"/>
    <dgm:cxn modelId="{211EF67C-9FE9-4507-9316-13D993BA5BFF}" type="presOf" srcId="{4D74BBBB-0558-44B6-B148-8225F769BEEF}" destId="{17717074-338F-4711-8F15-B7FAD254C2E3}" srcOrd="0" destOrd="0" presId="urn:microsoft.com/office/officeart/2005/8/layout/default"/>
    <dgm:cxn modelId="{5DE306A1-DA39-4044-B207-5E87E1F0D955}" type="presOf" srcId="{EBD1077D-D01B-408B-9F6A-C91C3EE62765}" destId="{47A03180-9B8D-4CAB-8000-32790EF0F49C}" srcOrd="0" destOrd="0" presId="urn:microsoft.com/office/officeart/2005/8/layout/default"/>
    <dgm:cxn modelId="{54045DA8-6A28-4261-9BDA-CD66275CE30A}" type="presOf" srcId="{C2E768B7-5026-419A-9D25-A21996A46BA6}" destId="{481D69FB-F6FE-429C-B580-D53A0625ACB5}" srcOrd="0" destOrd="0" presId="urn:microsoft.com/office/officeart/2005/8/layout/default"/>
    <dgm:cxn modelId="{8C8E73AE-2AFE-45B7-A24C-91B3AD020BC8}" type="presOf" srcId="{E4E57321-D46C-419F-BBEE-C9F0052BBA33}" destId="{2E4C49F1-0D13-4B57-A5D4-A58E65BF58A0}" srcOrd="0" destOrd="0" presId="urn:microsoft.com/office/officeart/2005/8/layout/default"/>
    <dgm:cxn modelId="{FD89BEB8-2928-4EAF-9BFD-997A148A97ED}" srcId="{B00D69BA-528B-40B7-B408-43612C076916}" destId="{C2E768B7-5026-419A-9D25-A21996A46BA6}" srcOrd="0" destOrd="0" parTransId="{D7599F06-14E2-4672-A8CA-B20FE18F2A07}" sibTransId="{1090E072-3D4F-4F3E-A53C-9040E974A287}"/>
    <dgm:cxn modelId="{6BA592F2-88B4-4F2A-899B-8FB5A6B70D79}" srcId="{B00D69BA-528B-40B7-B408-43612C076916}" destId="{4D74BBBB-0558-44B6-B148-8225F769BEEF}" srcOrd="3" destOrd="0" parTransId="{92CED6BB-1FB8-4E59-8232-A4855FC40ABF}" sibTransId="{EDA32A66-30E7-4249-9D21-8B09A1A1383E}"/>
    <dgm:cxn modelId="{C73917FA-2B48-486D-9266-E7C2E1297232}" type="presOf" srcId="{812C40C7-D3CA-4779-8F8C-061F214CB0B4}" destId="{CBB73C31-06A4-4960-B930-5A4CDF90532D}" srcOrd="0" destOrd="0" presId="urn:microsoft.com/office/officeart/2005/8/layout/default"/>
    <dgm:cxn modelId="{237BAB55-F9EA-4A13-8B0E-EE24E1ED5947}" type="presParOf" srcId="{154EFEB2-426C-4680-93DC-10C32B9C7227}" destId="{481D69FB-F6FE-429C-B580-D53A0625ACB5}" srcOrd="0" destOrd="0" presId="urn:microsoft.com/office/officeart/2005/8/layout/default"/>
    <dgm:cxn modelId="{C1CAAFB0-C54F-4C3E-A3B9-7C91EA0BDF1E}" type="presParOf" srcId="{154EFEB2-426C-4680-93DC-10C32B9C7227}" destId="{7EAB3B3F-A2E3-487F-B4B3-A827F698F48D}" srcOrd="1" destOrd="0" presId="urn:microsoft.com/office/officeart/2005/8/layout/default"/>
    <dgm:cxn modelId="{9137705E-ACDB-4DD3-8932-1060FBDC2DFF}" type="presParOf" srcId="{154EFEB2-426C-4680-93DC-10C32B9C7227}" destId="{2E4C49F1-0D13-4B57-A5D4-A58E65BF58A0}" srcOrd="2" destOrd="0" presId="urn:microsoft.com/office/officeart/2005/8/layout/default"/>
    <dgm:cxn modelId="{B49DC6A9-1071-4D9B-906E-155F9A9BCA1E}" type="presParOf" srcId="{154EFEB2-426C-4680-93DC-10C32B9C7227}" destId="{E8EC85C8-28AC-4D14-A6E6-C180FF8C08F6}" srcOrd="3" destOrd="0" presId="urn:microsoft.com/office/officeart/2005/8/layout/default"/>
    <dgm:cxn modelId="{608AB64F-47BD-43BA-81DA-EF0932B6B089}" type="presParOf" srcId="{154EFEB2-426C-4680-93DC-10C32B9C7227}" destId="{CBB73C31-06A4-4960-B930-5A4CDF90532D}" srcOrd="4" destOrd="0" presId="urn:microsoft.com/office/officeart/2005/8/layout/default"/>
    <dgm:cxn modelId="{E3B3BB77-20FB-4261-97D9-98CB04C635FD}" type="presParOf" srcId="{154EFEB2-426C-4680-93DC-10C32B9C7227}" destId="{F2378660-E0CF-4570-8C88-71C680C386B5}" srcOrd="5" destOrd="0" presId="urn:microsoft.com/office/officeart/2005/8/layout/default"/>
    <dgm:cxn modelId="{8E21690C-A0AD-4429-86C5-6D702756B6CA}" type="presParOf" srcId="{154EFEB2-426C-4680-93DC-10C32B9C7227}" destId="{17717074-338F-4711-8F15-B7FAD254C2E3}" srcOrd="6" destOrd="0" presId="urn:microsoft.com/office/officeart/2005/8/layout/default"/>
    <dgm:cxn modelId="{F82AA09E-AF98-417A-ADF7-B8F3DC663526}" type="presParOf" srcId="{154EFEB2-426C-4680-93DC-10C32B9C7227}" destId="{E32996A8-33B2-4A14-A1F9-D42679E12A0F}" srcOrd="7" destOrd="0" presId="urn:microsoft.com/office/officeart/2005/8/layout/default"/>
    <dgm:cxn modelId="{1C075C73-5DAB-48B4-AD66-DECA6469E08E}" type="presParOf" srcId="{154EFEB2-426C-4680-93DC-10C32B9C7227}" destId="{47A03180-9B8D-4CAB-8000-32790EF0F49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2E9C3B-0A1D-4E04-A365-D51BC03937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DB77FB-95FA-4278-89F9-6794C8DF3130}">
      <dgm:prSet/>
      <dgm:spPr/>
      <dgm:t>
        <a:bodyPr/>
        <a:lstStyle/>
        <a:p>
          <a:r>
            <a:rPr lang="de-AT" b="1"/>
            <a:t>Backend:</a:t>
          </a:r>
          <a:r>
            <a:rPr lang="de-AT"/>
            <a:t> Java Spring Boot (WebSockets)</a:t>
          </a:r>
          <a:endParaRPr lang="en-US"/>
        </a:p>
      </dgm:t>
    </dgm:pt>
    <dgm:pt modelId="{CAF2A3FF-44CE-4D44-9AA8-D9D80A2E4716}" type="parTrans" cxnId="{FBC271C6-A17F-4297-8C95-CBDDB13F9C6F}">
      <dgm:prSet/>
      <dgm:spPr/>
      <dgm:t>
        <a:bodyPr/>
        <a:lstStyle/>
        <a:p>
          <a:endParaRPr lang="en-US"/>
        </a:p>
      </dgm:t>
    </dgm:pt>
    <dgm:pt modelId="{193A025D-161D-4E7A-8766-0939016E1F76}" type="sibTrans" cxnId="{FBC271C6-A17F-4297-8C95-CBDDB13F9C6F}">
      <dgm:prSet/>
      <dgm:spPr/>
      <dgm:t>
        <a:bodyPr/>
        <a:lstStyle/>
        <a:p>
          <a:endParaRPr lang="en-US"/>
        </a:p>
      </dgm:t>
    </dgm:pt>
    <dgm:pt modelId="{E3714299-7463-4FBB-A032-E4378209F7FB}">
      <dgm:prSet/>
      <dgm:spPr/>
      <dgm:t>
        <a:bodyPr/>
        <a:lstStyle/>
        <a:p>
          <a:r>
            <a:rPr lang="de-AT" b="1"/>
            <a:t>Frontend:</a:t>
          </a:r>
          <a:r>
            <a:rPr lang="de-AT"/>
            <a:t> Vaadin (Java-basierte UI)</a:t>
          </a:r>
          <a:endParaRPr lang="en-US"/>
        </a:p>
      </dgm:t>
    </dgm:pt>
    <dgm:pt modelId="{B9032FDA-75CB-4150-A793-CC3034CE856D}" type="parTrans" cxnId="{F54C03FC-0049-4F29-A340-33244C9B2E92}">
      <dgm:prSet/>
      <dgm:spPr/>
      <dgm:t>
        <a:bodyPr/>
        <a:lstStyle/>
        <a:p>
          <a:endParaRPr lang="en-US"/>
        </a:p>
      </dgm:t>
    </dgm:pt>
    <dgm:pt modelId="{80323438-F361-4A46-9CB6-6DE8C9621B59}" type="sibTrans" cxnId="{F54C03FC-0049-4F29-A340-33244C9B2E92}">
      <dgm:prSet/>
      <dgm:spPr/>
      <dgm:t>
        <a:bodyPr/>
        <a:lstStyle/>
        <a:p>
          <a:endParaRPr lang="en-US"/>
        </a:p>
      </dgm:t>
    </dgm:pt>
    <dgm:pt modelId="{0480920F-3C04-42E8-AA91-B12D42572813}">
      <dgm:prSet/>
      <dgm:spPr/>
      <dgm:t>
        <a:bodyPr/>
        <a:lstStyle/>
        <a:p>
          <a:r>
            <a:rPr lang="de-AT" b="1"/>
            <a:t>Desktop:</a:t>
          </a:r>
          <a:r>
            <a:rPr lang="de-AT"/>
            <a:t> Kapselung des Web-Interface via Electron</a:t>
          </a:r>
          <a:endParaRPr lang="en-US"/>
        </a:p>
      </dgm:t>
    </dgm:pt>
    <dgm:pt modelId="{C5DD21FE-B516-4454-96AF-15BE8240CCF9}" type="parTrans" cxnId="{060D5A81-2EDD-40BA-BBED-925207123CD2}">
      <dgm:prSet/>
      <dgm:spPr/>
      <dgm:t>
        <a:bodyPr/>
        <a:lstStyle/>
        <a:p>
          <a:endParaRPr lang="en-US"/>
        </a:p>
      </dgm:t>
    </dgm:pt>
    <dgm:pt modelId="{36CB275D-14F8-413B-B12E-07DB93C1DF2B}" type="sibTrans" cxnId="{060D5A81-2EDD-40BA-BBED-925207123CD2}">
      <dgm:prSet/>
      <dgm:spPr/>
      <dgm:t>
        <a:bodyPr/>
        <a:lstStyle/>
        <a:p>
          <a:endParaRPr lang="en-US"/>
        </a:p>
      </dgm:t>
    </dgm:pt>
    <dgm:pt modelId="{98FFCF5F-7334-4298-B83E-267D87468D9D}">
      <dgm:prSet/>
      <dgm:spPr/>
      <dgm:t>
        <a:bodyPr/>
        <a:lstStyle/>
        <a:p>
          <a:r>
            <a:rPr lang="de-AT" b="1"/>
            <a:t>Datenbank:</a:t>
          </a:r>
          <a:r>
            <a:rPr lang="de-AT"/>
            <a:t> Postgresql</a:t>
          </a:r>
          <a:endParaRPr lang="en-US"/>
        </a:p>
      </dgm:t>
    </dgm:pt>
    <dgm:pt modelId="{32C034D9-E430-43FF-B96C-2BA32DBFF088}" type="parTrans" cxnId="{1C2D3476-BEF3-4D7F-AD46-6BCF2E76E7E1}">
      <dgm:prSet/>
      <dgm:spPr/>
      <dgm:t>
        <a:bodyPr/>
        <a:lstStyle/>
        <a:p>
          <a:endParaRPr lang="en-US"/>
        </a:p>
      </dgm:t>
    </dgm:pt>
    <dgm:pt modelId="{5861555C-C7B3-4E06-9959-9C5F12A3EDD5}" type="sibTrans" cxnId="{1C2D3476-BEF3-4D7F-AD46-6BCF2E76E7E1}">
      <dgm:prSet/>
      <dgm:spPr/>
      <dgm:t>
        <a:bodyPr/>
        <a:lstStyle/>
        <a:p>
          <a:endParaRPr lang="en-US"/>
        </a:p>
      </dgm:t>
    </dgm:pt>
    <dgm:pt modelId="{65A2DDE5-0321-4B16-ADAA-0F0EB357AD78}">
      <dgm:prSet/>
      <dgm:spPr/>
      <dgm:t>
        <a:bodyPr/>
        <a:lstStyle/>
        <a:p>
          <a:r>
            <a:rPr lang="de-AT" b="1"/>
            <a:t>Deployment:</a:t>
          </a:r>
          <a:r>
            <a:rPr lang="de-AT"/>
            <a:t> Docker</a:t>
          </a:r>
          <a:endParaRPr lang="en-US"/>
        </a:p>
      </dgm:t>
    </dgm:pt>
    <dgm:pt modelId="{0646AF60-B225-4321-B09E-6D7725D6D1DC}" type="parTrans" cxnId="{464982F6-43C4-47FA-8C12-884AD021CA2A}">
      <dgm:prSet/>
      <dgm:spPr/>
      <dgm:t>
        <a:bodyPr/>
        <a:lstStyle/>
        <a:p>
          <a:endParaRPr lang="en-US"/>
        </a:p>
      </dgm:t>
    </dgm:pt>
    <dgm:pt modelId="{65873F0D-840C-46A8-8449-242715D81367}" type="sibTrans" cxnId="{464982F6-43C4-47FA-8C12-884AD021CA2A}">
      <dgm:prSet/>
      <dgm:spPr/>
      <dgm:t>
        <a:bodyPr/>
        <a:lstStyle/>
        <a:p>
          <a:endParaRPr lang="en-US"/>
        </a:p>
      </dgm:t>
    </dgm:pt>
    <dgm:pt modelId="{D38EAE3D-B907-40CC-85A4-9869C53319F6}">
      <dgm:prSet/>
      <dgm:spPr/>
      <dgm:t>
        <a:bodyPr/>
        <a:lstStyle/>
        <a:p>
          <a:r>
            <a:rPr lang="de-AT" b="1"/>
            <a:t>Architektur:</a:t>
          </a:r>
          <a:r>
            <a:rPr lang="de-AT"/>
            <a:t> MVC-Prinzip</a:t>
          </a:r>
          <a:endParaRPr lang="en-US"/>
        </a:p>
      </dgm:t>
    </dgm:pt>
    <dgm:pt modelId="{38E3AFB2-720F-44CA-B8E2-0D4A5A859114}" type="parTrans" cxnId="{24EFAD37-24EB-4C8A-8279-0B962B40EE6B}">
      <dgm:prSet/>
      <dgm:spPr/>
      <dgm:t>
        <a:bodyPr/>
        <a:lstStyle/>
        <a:p>
          <a:endParaRPr lang="en-US"/>
        </a:p>
      </dgm:t>
    </dgm:pt>
    <dgm:pt modelId="{0B9C1942-C937-4854-9129-03BC47774E21}" type="sibTrans" cxnId="{24EFAD37-24EB-4C8A-8279-0B962B40EE6B}">
      <dgm:prSet/>
      <dgm:spPr/>
      <dgm:t>
        <a:bodyPr/>
        <a:lstStyle/>
        <a:p>
          <a:endParaRPr lang="en-US"/>
        </a:p>
      </dgm:t>
    </dgm:pt>
    <dgm:pt modelId="{FAB5A236-D48D-43E2-90BB-983D67715824}" type="pres">
      <dgm:prSet presAssocID="{522E9C3B-0A1D-4E04-A365-D51BC0393725}" presName="linear" presStyleCnt="0">
        <dgm:presLayoutVars>
          <dgm:animLvl val="lvl"/>
          <dgm:resizeHandles val="exact"/>
        </dgm:presLayoutVars>
      </dgm:prSet>
      <dgm:spPr/>
    </dgm:pt>
    <dgm:pt modelId="{33DE63FA-D14E-41C9-84D1-B87CA2FBD2F4}" type="pres">
      <dgm:prSet presAssocID="{0EDB77FB-95FA-4278-89F9-6794C8DF313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011AA6E-E20A-47EF-8BE2-D8DD4E439FA2}" type="pres">
      <dgm:prSet presAssocID="{193A025D-161D-4E7A-8766-0939016E1F76}" presName="spacer" presStyleCnt="0"/>
      <dgm:spPr/>
    </dgm:pt>
    <dgm:pt modelId="{D44F9D0B-7122-4AB9-B9C1-041050560F98}" type="pres">
      <dgm:prSet presAssocID="{E3714299-7463-4FBB-A032-E4378209F7F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B3002B1-CFF3-4244-9A71-4627394A6212}" type="pres">
      <dgm:prSet presAssocID="{80323438-F361-4A46-9CB6-6DE8C9621B59}" presName="spacer" presStyleCnt="0"/>
      <dgm:spPr/>
    </dgm:pt>
    <dgm:pt modelId="{A5E0AAFD-AE7A-4709-A100-6A108C1A23D8}" type="pres">
      <dgm:prSet presAssocID="{0480920F-3C04-42E8-AA91-B12D4257281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4EAFA16-0415-4421-9A49-B025D64250B1}" type="pres">
      <dgm:prSet presAssocID="{36CB275D-14F8-413B-B12E-07DB93C1DF2B}" presName="spacer" presStyleCnt="0"/>
      <dgm:spPr/>
    </dgm:pt>
    <dgm:pt modelId="{FF26494F-4AE8-4130-A478-77E66280B50D}" type="pres">
      <dgm:prSet presAssocID="{98FFCF5F-7334-4298-B83E-267D87468D9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93556C2-C2CF-4A62-90EC-C89AD04C1656}" type="pres">
      <dgm:prSet presAssocID="{5861555C-C7B3-4E06-9959-9C5F12A3EDD5}" presName="spacer" presStyleCnt="0"/>
      <dgm:spPr/>
    </dgm:pt>
    <dgm:pt modelId="{6B9CA533-BDE0-4988-8C13-4B570C6E9096}" type="pres">
      <dgm:prSet presAssocID="{65A2DDE5-0321-4B16-ADAA-0F0EB357AD7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F7FFBE8-C5D1-43B4-905F-88743BCFBCFF}" type="pres">
      <dgm:prSet presAssocID="{65873F0D-840C-46A8-8449-242715D81367}" presName="spacer" presStyleCnt="0"/>
      <dgm:spPr/>
    </dgm:pt>
    <dgm:pt modelId="{953EF9FB-B4CE-40AE-ACF1-2C02C3C6C125}" type="pres">
      <dgm:prSet presAssocID="{D38EAE3D-B907-40CC-85A4-9869C53319F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03A0522-052F-4572-986A-0912727758BD}" type="presOf" srcId="{65A2DDE5-0321-4B16-ADAA-0F0EB357AD78}" destId="{6B9CA533-BDE0-4988-8C13-4B570C6E9096}" srcOrd="0" destOrd="0" presId="urn:microsoft.com/office/officeart/2005/8/layout/vList2"/>
    <dgm:cxn modelId="{532D4829-2CE5-407A-9886-9A0193A68889}" type="presOf" srcId="{D38EAE3D-B907-40CC-85A4-9869C53319F6}" destId="{953EF9FB-B4CE-40AE-ACF1-2C02C3C6C125}" srcOrd="0" destOrd="0" presId="urn:microsoft.com/office/officeart/2005/8/layout/vList2"/>
    <dgm:cxn modelId="{24EFAD37-24EB-4C8A-8279-0B962B40EE6B}" srcId="{522E9C3B-0A1D-4E04-A365-D51BC0393725}" destId="{D38EAE3D-B907-40CC-85A4-9869C53319F6}" srcOrd="5" destOrd="0" parTransId="{38E3AFB2-720F-44CA-B8E2-0D4A5A859114}" sibTransId="{0B9C1942-C937-4854-9129-03BC47774E21}"/>
    <dgm:cxn modelId="{1C2D3476-BEF3-4D7F-AD46-6BCF2E76E7E1}" srcId="{522E9C3B-0A1D-4E04-A365-D51BC0393725}" destId="{98FFCF5F-7334-4298-B83E-267D87468D9D}" srcOrd="3" destOrd="0" parTransId="{32C034D9-E430-43FF-B96C-2BA32DBFF088}" sibTransId="{5861555C-C7B3-4E06-9959-9C5F12A3EDD5}"/>
    <dgm:cxn modelId="{8CC08657-892E-49C4-8A96-172050896241}" type="presOf" srcId="{0480920F-3C04-42E8-AA91-B12D42572813}" destId="{A5E0AAFD-AE7A-4709-A100-6A108C1A23D8}" srcOrd="0" destOrd="0" presId="urn:microsoft.com/office/officeart/2005/8/layout/vList2"/>
    <dgm:cxn modelId="{C8F9487B-6C6E-4861-96E8-CE18E27BC537}" type="presOf" srcId="{522E9C3B-0A1D-4E04-A365-D51BC0393725}" destId="{FAB5A236-D48D-43E2-90BB-983D67715824}" srcOrd="0" destOrd="0" presId="urn:microsoft.com/office/officeart/2005/8/layout/vList2"/>
    <dgm:cxn modelId="{060D5A81-2EDD-40BA-BBED-925207123CD2}" srcId="{522E9C3B-0A1D-4E04-A365-D51BC0393725}" destId="{0480920F-3C04-42E8-AA91-B12D42572813}" srcOrd="2" destOrd="0" parTransId="{C5DD21FE-B516-4454-96AF-15BE8240CCF9}" sibTransId="{36CB275D-14F8-413B-B12E-07DB93C1DF2B}"/>
    <dgm:cxn modelId="{7B9CAB8B-5C85-4156-BC71-AE9881ED7289}" type="presOf" srcId="{0EDB77FB-95FA-4278-89F9-6794C8DF3130}" destId="{33DE63FA-D14E-41C9-84D1-B87CA2FBD2F4}" srcOrd="0" destOrd="0" presId="urn:microsoft.com/office/officeart/2005/8/layout/vList2"/>
    <dgm:cxn modelId="{EC445DB6-509B-4C8B-963F-B14FF838B15A}" type="presOf" srcId="{98FFCF5F-7334-4298-B83E-267D87468D9D}" destId="{FF26494F-4AE8-4130-A478-77E66280B50D}" srcOrd="0" destOrd="0" presId="urn:microsoft.com/office/officeart/2005/8/layout/vList2"/>
    <dgm:cxn modelId="{FBC271C6-A17F-4297-8C95-CBDDB13F9C6F}" srcId="{522E9C3B-0A1D-4E04-A365-D51BC0393725}" destId="{0EDB77FB-95FA-4278-89F9-6794C8DF3130}" srcOrd="0" destOrd="0" parTransId="{CAF2A3FF-44CE-4D44-9AA8-D9D80A2E4716}" sibTransId="{193A025D-161D-4E7A-8766-0939016E1F76}"/>
    <dgm:cxn modelId="{A7B62CD2-B378-47AA-956E-FBF6D75CD16F}" type="presOf" srcId="{E3714299-7463-4FBB-A032-E4378209F7FB}" destId="{D44F9D0B-7122-4AB9-B9C1-041050560F98}" srcOrd="0" destOrd="0" presId="urn:microsoft.com/office/officeart/2005/8/layout/vList2"/>
    <dgm:cxn modelId="{464982F6-43C4-47FA-8C12-884AD021CA2A}" srcId="{522E9C3B-0A1D-4E04-A365-D51BC0393725}" destId="{65A2DDE5-0321-4B16-ADAA-0F0EB357AD78}" srcOrd="4" destOrd="0" parTransId="{0646AF60-B225-4321-B09E-6D7725D6D1DC}" sibTransId="{65873F0D-840C-46A8-8449-242715D81367}"/>
    <dgm:cxn modelId="{F54C03FC-0049-4F29-A340-33244C9B2E92}" srcId="{522E9C3B-0A1D-4E04-A365-D51BC0393725}" destId="{E3714299-7463-4FBB-A032-E4378209F7FB}" srcOrd="1" destOrd="0" parTransId="{B9032FDA-75CB-4150-A793-CC3034CE856D}" sibTransId="{80323438-F361-4A46-9CB6-6DE8C9621B59}"/>
    <dgm:cxn modelId="{6BF5C929-C812-49E3-8269-FDC28DE3EC7B}" type="presParOf" srcId="{FAB5A236-D48D-43E2-90BB-983D67715824}" destId="{33DE63FA-D14E-41C9-84D1-B87CA2FBD2F4}" srcOrd="0" destOrd="0" presId="urn:microsoft.com/office/officeart/2005/8/layout/vList2"/>
    <dgm:cxn modelId="{EFE6C4AD-52D1-4CFC-BF9D-2DDABAEF419B}" type="presParOf" srcId="{FAB5A236-D48D-43E2-90BB-983D67715824}" destId="{B011AA6E-E20A-47EF-8BE2-D8DD4E439FA2}" srcOrd="1" destOrd="0" presId="urn:microsoft.com/office/officeart/2005/8/layout/vList2"/>
    <dgm:cxn modelId="{249C8486-30EB-4AE9-AB18-7C37A98ED662}" type="presParOf" srcId="{FAB5A236-D48D-43E2-90BB-983D67715824}" destId="{D44F9D0B-7122-4AB9-B9C1-041050560F98}" srcOrd="2" destOrd="0" presId="urn:microsoft.com/office/officeart/2005/8/layout/vList2"/>
    <dgm:cxn modelId="{CE928FA4-EDA9-4F15-B7A8-FC529D744C31}" type="presParOf" srcId="{FAB5A236-D48D-43E2-90BB-983D67715824}" destId="{CB3002B1-CFF3-4244-9A71-4627394A6212}" srcOrd="3" destOrd="0" presId="urn:microsoft.com/office/officeart/2005/8/layout/vList2"/>
    <dgm:cxn modelId="{76525052-C25F-4260-9265-DE5DF3A11755}" type="presParOf" srcId="{FAB5A236-D48D-43E2-90BB-983D67715824}" destId="{A5E0AAFD-AE7A-4709-A100-6A108C1A23D8}" srcOrd="4" destOrd="0" presId="urn:microsoft.com/office/officeart/2005/8/layout/vList2"/>
    <dgm:cxn modelId="{E6C3D43E-4BEE-414A-BCCC-0E630DE552CE}" type="presParOf" srcId="{FAB5A236-D48D-43E2-90BB-983D67715824}" destId="{94EAFA16-0415-4421-9A49-B025D64250B1}" srcOrd="5" destOrd="0" presId="urn:microsoft.com/office/officeart/2005/8/layout/vList2"/>
    <dgm:cxn modelId="{B204C5CA-7E0C-492E-A24E-B40B453C48D6}" type="presParOf" srcId="{FAB5A236-D48D-43E2-90BB-983D67715824}" destId="{FF26494F-4AE8-4130-A478-77E66280B50D}" srcOrd="6" destOrd="0" presId="urn:microsoft.com/office/officeart/2005/8/layout/vList2"/>
    <dgm:cxn modelId="{224C05A5-312F-4130-B636-3B79B7C2B238}" type="presParOf" srcId="{FAB5A236-D48D-43E2-90BB-983D67715824}" destId="{F93556C2-C2CF-4A62-90EC-C89AD04C1656}" srcOrd="7" destOrd="0" presId="urn:microsoft.com/office/officeart/2005/8/layout/vList2"/>
    <dgm:cxn modelId="{6109C5FB-BA53-4DFE-9876-3492075E969A}" type="presParOf" srcId="{FAB5A236-D48D-43E2-90BB-983D67715824}" destId="{6B9CA533-BDE0-4988-8C13-4B570C6E9096}" srcOrd="8" destOrd="0" presId="urn:microsoft.com/office/officeart/2005/8/layout/vList2"/>
    <dgm:cxn modelId="{581E5394-E469-40E8-AA5B-6071878434FC}" type="presParOf" srcId="{FAB5A236-D48D-43E2-90BB-983D67715824}" destId="{8F7FFBE8-C5D1-43B4-905F-88743BCFBCFF}" srcOrd="9" destOrd="0" presId="urn:microsoft.com/office/officeart/2005/8/layout/vList2"/>
    <dgm:cxn modelId="{AA683D5B-EFEC-450E-9AF8-918F1F447046}" type="presParOf" srcId="{FAB5A236-D48D-43E2-90BB-983D67715824}" destId="{953EF9FB-B4CE-40AE-ACF1-2C02C3C6C12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9393C8-59E0-41C1-8E1E-B4BDA273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5788E7-D2B4-4A45-B083-D1332AA9C57E}">
      <dgm:prSet/>
      <dgm:spPr/>
      <dgm:t>
        <a:bodyPr/>
        <a:lstStyle/>
        <a:p>
          <a:r>
            <a:rPr lang="de-AT" b="1"/>
            <a:t>Projektinitiierung</a:t>
          </a:r>
          <a:endParaRPr lang="en-US"/>
        </a:p>
      </dgm:t>
    </dgm:pt>
    <dgm:pt modelId="{20B38F7D-037A-47B4-A13C-CAD642A96EBE}" type="parTrans" cxnId="{0CA47D8E-83BF-471C-AAF7-789992D35947}">
      <dgm:prSet/>
      <dgm:spPr/>
      <dgm:t>
        <a:bodyPr/>
        <a:lstStyle/>
        <a:p>
          <a:endParaRPr lang="en-US"/>
        </a:p>
      </dgm:t>
    </dgm:pt>
    <dgm:pt modelId="{AA940E60-5F01-4B8C-8377-1D7EACE175C5}" type="sibTrans" cxnId="{0CA47D8E-83BF-471C-AAF7-789992D35947}">
      <dgm:prSet/>
      <dgm:spPr/>
      <dgm:t>
        <a:bodyPr/>
        <a:lstStyle/>
        <a:p>
          <a:endParaRPr lang="en-US"/>
        </a:p>
      </dgm:t>
    </dgm:pt>
    <dgm:pt modelId="{D82FDBCD-ADD4-4553-917D-EB0ADB7AB89D}">
      <dgm:prSet/>
      <dgm:spPr/>
      <dgm:t>
        <a:bodyPr/>
        <a:lstStyle/>
        <a:p>
          <a:r>
            <a:rPr lang="de-AT" b="1"/>
            <a:t>Projektplanung</a:t>
          </a:r>
          <a:endParaRPr lang="en-US"/>
        </a:p>
      </dgm:t>
    </dgm:pt>
    <dgm:pt modelId="{83F558C7-AA77-4FEE-9552-E6BA8B65CBAB}" type="parTrans" cxnId="{03D8E879-F44A-41E5-A8B9-E98E07FF09F9}">
      <dgm:prSet/>
      <dgm:spPr/>
      <dgm:t>
        <a:bodyPr/>
        <a:lstStyle/>
        <a:p>
          <a:endParaRPr lang="en-US"/>
        </a:p>
      </dgm:t>
    </dgm:pt>
    <dgm:pt modelId="{5CF32ACE-3A72-48BE-89E0-32CA1EFEAEA2}" type="sibTrans" cxnId="{03D8E879-F44A-41E5-A8B9-E98E07FF09F9}">
      <dgm:prSet/>
      <dgm:spPr/>
      <dgm:t>
        <a:bodyPr/>
        <a:lstStyle/>
        <a:p>
          <a:endParaRPr lang="en-US"/>
        </a:p>
      </dgm:t>
    </dgm:pt>
    <dgm:pt modelId="{11C32343-1C54-43A8-9264-4D7852820F52}">
      <dgm:prSet/>
      <dgm:spPr/>
      <dgm:t>
        <a:bodyPr/>
        <a:lstStyle/>
        <a:p>
          <a:r>
            <a:rPr lang="de-AT" b="1"/>
            <a:t>Systementwurf</a:t>
          </a:r>
          <a:endParaRPr lang="en-US"/>
        </a:p>
      </dgm:t>
    </dgm:pt>
    <dgm:pt modelId="{6DFD1B36-C35F-494D-AA2E-62F73028F815}" type="parTrans" cxnId="{3F1F3D26-C1F6-435B-8D3C-0987E5767139}">
      <dgm:prSet/>
      <dgm:spPr/>
      <dgm:t>
        <a:bodyPr/>
        <a:lstStyle/>
        <a:p>
          <a:endParaRPr lang="en-US"/>
        </a:p>
      </dgm:t>
    </dgm:pt>
    <dgm:pt modelId="{AB5D76B3-5D30-4786-AA8B-17C226C33043}" type="sibTrans" cxnId="{3F1F3D26-C1F6-435B-8D3C-0987E5767139}">
      <dgm:prSet/>
      <dgm:spPr/>
      <dgm:t>
        <a:bodyPr/>
        <a:lstStyle/>
        <a:p>
          <a:endParaRPr lang="en-US"/>
        </a:p>
      </dgm:t>
    </dgm:pt>
    <dgm:pt modelId="{FEF86F74-2A45-4BE3-961F-5D25436B7E90}">
      <dgm:prSet/>
      <dgm:spPr/>
      <dgm:t>
        <a:bodyPr/>
        <a:lstStyle/>
        <a:p>
          <a:r>
            <a:rPr lang="de-AT" b="1"/>
            <a:t>Umsetzung</a:t>
          </a:r>
          <a:endParaRPr lang="en-US"/>
        </a:p>
      </dgm:t>
    </dgm:pt>
    <dgm:pt modelId="{0632A979-560B-4F8A-9CD6-9D7CC2EC5398}" type="parTrans" cxnId="{3CA77A42-6282-4EB8-B4AC-64DA6360F8B5}">
      <dgm:prSet/>
      <dgm:spPr/>
      <dgm:t>
        <a:bodyPr/>
        <a:lstStyle/>
        <a:p>
          <a:endParaRPr lang="en-US"/>
        </a:p>
      </dgm:t>
    </dgm:pt>
    <dgm:pt modelId="{192BA22B-7878-4578-BB0F-7E2BA05E4042}" type="sibTrans" cxnId="{3CA77A42-6282-4EB8-B4AC-64DA6360F8B5}">
      <dgm:prSet/>
      <dgm:spPr/>
      <dgm:t>
        <a:bodyPr/>
        <a:lstStyle/>
        <a:p>
          <a:endParaRPr lang="en-US"/>
        </a:p>
      </dgm:t>
    </dgm:pt>
    <dgm:pt modelId="{B472788E-51EA-4612-AAD7-4844AFE69CC4}">
      <dgm:prSet/>
      <dgm:spPr/>
      <dgm:t>
        <a:bodyPr/>
        <a:lstStyle/>
        <a:p>
          <a:r>
            <a:rPr lang="de-AT" b="1"/>
            <a:t>Integration &amp; Test</a:t>
          </a:r>
          <a:endParaRPr lang="en-US"/>
        </a:p>
      </dgm:t>
    </dgm:pt>
    <dgm:pt modelId="{FE16B2B6-1A29-4CF1-A634-5B22CA56C125}" type="parTrans" cxnId="{452EE0FE-DBAD-4F8A-A551-6F278C50466F}">
      <dgm:prSet/>
      <dgm:spPr/>
      <dgm:t>
        <a:bodyPr/>
        <a:lstStyle/>
        <a:p>
          <a:endParaRPr lang="en-US"/>
        </a:p>
      </dgm:t>
    </dgm:pt>
    <dgm:pt modelId="{B3009EEC-481C-44E3-A9B9-2155FA860A15}" type="sibTrans" cxnId="{452EE0FE-DBAD-4F8A-A551-6F278C50466F}">
      <dgm:prSet/>
      <dgm:spPr/>
      <dgm:t>
        <a:bodyPr/>
        <a:lstStyle/>
        <a:p>
          <a:endParaRPr lang="en-US"/>
        </a:p>
      </dgm:t>
    </dgm:pt>
    <dgm:pt modelId="{2421687B-14B9-41C9-9C62-CF8D960C5603}">
      <dgm:prSet/>
      <dgm:spPr/>
      <dgm:t>
        <a:bodyPr/>
        <a:lstStyle/>
        <a:p>
          <a:r>
            <a:rPr lang="de-AT" b="1"/>
            <a:t>Deployment &amp; Abschluss</a:t>
          </a:r>
          <a:endParaRPr lang="en-US"/>
        </a:p>
      </dgm:t>
    </dgm:pt>
    <dgm:pt modelId="{B7696A79-9AA5-4058-97A7-FE270FABEDD8}" type="parTrans" cxnId="{2F1A20F4-AA39-4A82-8C21-F114363AB138}">
      <dgm:prSet/>
      <dgm:spPr/>
      <dgm:t>
        <a:bodyPr/>
        <a:lstStyle/>
        <a:p>
          <a:endParaRPr lang="en-US"/>
        </a:p>
      </dgm:t>
    </dgm:pt>
    <dgm:pt modelId="{852F192C-20E5-46BF-A6D2-64B5C56C69AB}" type="sibTrans" cxnId="{2F1A20F4-AA39-4A82-8C21-F114363AB138}">
      <dgm:prSet/>
      <dgm:spPr/>
      <dgm:t>
        <a:bodyPr/>
        <a:lstStyle/>
        <a:p>
          <a:endParaRPr lang="en-US"/>
        </a:p>
      </dgm:t>
    </dgm:pt>
    <dgm:pt modelId="{EF480F39-80E1-4C56-88D1-E47CD539596B}" type="pres">
      <dgm:prSet presAssocID="{A09393C8-59E0-41C1-8E1E-B4BDA27313F5}" presName="diagram" presStyleCnt="0">
        <dgm:presLayoutVars>
          <dgm:dir/>
          <dgm:resizeHandles val="exact"/>
        </dgm:presLayoutVars>
      </dgm:prSet>
      <dgm:spPr/>
    </dgm:pt>
    <dgm:pt modelId="{21FFF851-AC63-4B11-B9F4-3BB219DBBDFE}" type="pres">
      <dgm:prSet presAssocID="{A25788E7-D2B4-4A45-B083-D1332AA9C57E}" presName="node" presStyleLbl="node1" presStyleIdx="0" presStyleCnt="6">
        <dgm:presLayoutVars>
          <dgm:bulletEnabled val="1"/>
        </dgm:presLayoutVars>
      </dgm:prSet>
      <dgm:spPr/>
    </dgm:pt>
    <dgm:pt modelId="{5BDBE234-161B-4F6F-BC53-3B52ED47AFD8}" type="pres">
      <dgm:prSet presAssocID="{AA940E60-5F01-4B8C-8377-1D7EACE175C5}" presName="sibTrans" presStyleCnt="0"/>
      <dgm:spPr/>
    </dgm:pt>
    <dgm:pt modelId="{34A8E60F-5D1A-4927-9E36-41C86AA41548}" type="pres">
      <dgm:prSet presAssocID="{D82FDBCD-ADD4-4553-917D-EB0ADB7AB89D}" presName="node" presStyleLbl="node1" presStyleIdx="1" presStyleCnt="6">
        <dgm:presLayoutVars>
          <dgm:bulletEnabled val="1"/>
        </dgm:presLayoutVars>
      </dgm:prSet>
      <dgm:spPr/>
    </dgm:pt>
    <dgm:pt modelId="{B972B2BB-CBF6-4C64-880F-2A97D653D205}" type="pres">
      <dgm:prSet presAssocID="{5CF32ACE-3A72-48BE-89E0-32CA1EFEAEA2}" presName="sibTrans" presStyleCnt="0"/>
      <dgm:spPr/>
    </dgm:pt>
    <dgm:pt modelId="{2B67735F-7FF1-4490-A530-B5114E341543}" type="pres">
      <dgm:prSet presAssocID="{11C32343-1C54-43A8-9264-4D7852820F52}" presName="node" presStyleLbl="node1" presStyleIdx="2" presStyleCnt="6">
        <dgm:presLayoutVars>
          <dgm:bulletEnabled val="1"/>
        </dgm:presLayoutVars>
      </dgm:prSet>
      <dgm:spPr/>
    </dgm:pt>
    <dgm:pt modelId="{AFC97926-2B04-412D-B9C1-7324F5CCB91A}" type="pres">
      <dgm:prSet presAssocID="{AB5D76B3-5D30-4786-AA8B-17C226C33043}" presName="sibTrans" presStyleCnt="0"/>
      <dgm:spPr/>
    </dgm:pt>
    <dgm:pt modelId="{C834917C-5E5A-4000-AE23-15D0D2454C80}" type="pres">
      <dgm:prSet presAssocID="{FEF86F74-2A45-4BE3-961F-5D25436B7E90}" presName="node" presStyleLbl="node1" presStyleIdx="3" presStyleCnt="6">
        <dgm:presLayoutVars>
          <dgm:bulletEnabled val="1"/>
        </dgm:presLayoutVars>
      </dgm:prSet>
      <dgm:spPr/>
    </dgm:pt>
    <dgm:pt modelId="{D976BED6-8FE6-4AD1-8992-09EBF186D084}" type="pres">
      <dgm:prSet presAssocID="{192BA22B-7878-4578-BB0F-7E2BA05E4042}" presName="sibTrans" presStyleCnt="0"/>
      <dgm:spPr/>
    </dgm:pt>
    <dgm:pt modelId="{FAFA2D85-F3F4-411B-B158-2B13D15A9092}" type="pres">
      <dgm:prSet presAssocID="{B472788E-51EA-4612-AAD7-4844AFE69CC4}" presName="node" presStyleLbl="node1" presStyleIdx="4" presStyleCnt="6">
        <dgm:presLayoutVars>
          <dgm:bulletEnabled val="1"/>
        </dgm:presLayoutVars>
      </dgm:prSet>
      <dgm:spPr/>
    </dgm:pt>
    <dgm:pt modelId="{283F6F06-D528-4193-A7D8-F5273A204751}" type="pres">
      <dgm:prSet presAssocID="{B3009EEC-481C-44E3-A9B9-2155FA860A15}" presName="sibTrans" presStyleCnt="0"/>
      <dgm:spPr/>
    </dgm:pt>
    <dgm:pt modelId="{DCB74C48-047A-4B4D-987F-797887A4BDC7}" type="pres">
      <dgm:prSet presAssocID="{2421687B-14B9-41C9-9C62-CF8D960C5603}" presName="node" presStyleLbl="node1" presStyleIdx="5" presStyleCnt="6">
        <dgm:presLayoutVars>
          <dgm:bulletEnabled val="1"/>
        </dgm:presLayoutVars>
      </dgm:prSet>
      <dgm:spPr/>
    </dgm:pt>
  </dgm:ptLst>
  <dgm:cxnLst>
    <dgm:cxn modelId="{15DC9F1A-20F8-4647-BF82-7207842F639A}" type="presOf" srcId="{11C32343-1C54-43A8-9264-4D7852820F52}" destId="{2B67735F-7FF1-4490-A530-B5114E341543}" srcOrd="0" destOrd="0" presId="urn:microsoft.com/office/officeart/2005/8/layout/default"/>
    <dgm:cxn modelId="{3F1F3D26-C1F6-435B-8D3C-0987E5767139}" srcId="{A09393C8-59E0-41C1-8E1E-B4BDA27313F5}" destId="{11C32343-1C54-43A8-9264-4D7852820F52}" srcOrd="2" destOrd="0" parTransId="{6DFD1B36-C35F-494D-AA2E-62F73028F815}" sibTransId="{AB5D76B3-5D30-4786-AA8B-17C226C33043}"/>
    <dgm:cxn modelId="{3CA77A42-6282-4EB8-B4AC-64DA6360F8B5}" srcId="{A09393C8-59E0-41C1-8E1E-B4BDA27313F5}" destId="{FEF86F74-2A45-4BE3-961F-5D25436B7E90}" srcOrd="3" destOrd="0" parTransId="{0632A979-560B-4F8A-9CD6-9D7CC2EC5398}" sibTransId="{192BA22B-7878-4578-BB0F-7E2BA05E4042}"/>
    <dgm:cxn modelId="{EFA38850-8AAE-4085-9A21-E74465167B24}" type="presOf" srcId="{A09393C8-59E0-41C1-8E1E-B4BDA27313F5}" destId="{EF480F39-80E1-4C56-88D1-E47CD539596B}" srcOrd="0" destOrd="0" presId="urn:microsoft.com/office/officeart/2005/8/layout/default"/>
    <dgm:cxn modelId="{DCE24776-87A4-4E5E-B899-0CFD15595108}" type="presOf" srcId="{B472788E-51EA-4612-AAD7-4844AFE69CC4}" destId="{FAFA2D85-F3F4-411B-B158-2B13D15A9092}" srcOrd="0" destOrd="0" presId="urn:microsoft.com/office/officeart/2005/8/layout/default"/>
    <dgm:cxn modelId="{03D8E879-F44A-41E5-A8B9-E98E07FF09F9}" srcId="{A09393C8-59E0-41C1-8E1E-B4BDA27313F5}" destId="{D82FDBCD-ADD4-4553-917D-EB0ADB7AB89D}" srcOrd="1" destOrd="0" parTransId="{83F558C7-AA77-4FEE-9552-E6BA8B65CBAB}" sibTransId="{5CF32ACE-3A72-48BE-89E0-32CA1EFEAEA2}"/>
    <dgm:cxn modelId="{0CA47D8E-83BF-471C-AAF7-789992D35947}" srcId="{A09393C8-59E0-41C1-8E1E-B4BDA27313F5}" destId="{A25788E7-D2B4-4A45-B083-D1332AA9C57E}" srcOrd="0" destOrd="0" parTransId="{20B38F7D-037A-47B4-A13C-CAD642A96EBE}" sibTransId="{AA940E60-5F01-4B8C-8377-1D7EACE175C5}"/>
    <dgm:cxn modelId="{6F7E76AB-5B63-468F-BD87-2E53202F3294}" type="presOf" srcId="{A25788E7-D2B4-4A45-B083-D1332AA9C57E}" destId="{21FFF851-AC63-4B11-B9F4-3BB219DBBDFE}" srcOrd="0" destOrd="0" presId="urn:microsoft.com/office/officeart/2005/8/layout/default"/>
    <dgm:cxn modelId="{ADB17CCA-2494-4401-8C02-2BC2C75A3DF1}" type="presOf" srcId="{FEF86F74-2A45-4BE3-961F-5D25436B7E90}" destId="{C834917C-5E5A-4000-AE23-15D0D2454C80}" srcOrd="0" destOrd="0" presId="urn:microsoft.com/office/officeart/2005/8/layout/default"/>
    <dgm:cxn modelId="{429713D2-1B62-467E-BCDC-6920BC8DC9EF}" type="presOf" srcId="{2421687B-14B9-41C9-9C62-CF8D960C5603}" destId="{DCB74C48-047A-4B4D-987F-797887A4BDC7}" srcOrd="0" destOrd="0" presId="urn:microsoft.com/office/officeart/2005/8/layout/default"/>
    <dgm:cxn modelId="{2F1A20F4-AA39-4A82-8C21-F114363AB138}" srcId="{A09393C8-59E0-41C1-8E1E-B4BDA27313F5}" destId="{2421687B-14B9-41C9-9C62-CF8D960C5603}" srcOrd="5" destOrd="0" parTransId="{B7696A79-9AA5-4058-97A7-FE270FABEDD8}" sibTransId="{852F192C-20E5-46BF-A6D2-64B5C56C69AB}"/>
    <dgm:cxn modelId="{04A8E6F9-B704-4D2C-8818-A8022B6D415D}" type="presOf" srcId="{D82FDBCD-ADD4-4553-917D-EB0ADB7AB89D}" destId="{34A8E60F-5D1A-4927-9E36-41C86AA41548}" srcOrd="0" destOrd="0" presId="urn:microsoft.com/office/officeart/2005/8/layout/default"/>
    <dgm:cxn modelId="{452EE0FE-DBAD-4F8A-A551-6F278C50466F}" srcId="{A09393C8-59E0-41C1-8E1E-B4BDA27313F5}" destId="{B472788E-51EA-4612-AAD7-4844AFE69CC4}" srcOrd="4" destOrd="0" parTransId="{FE16B2B6-1A29-4CF1-A634-5B22CA56C125}" sibTransId="{B3009EEC-481C-44E3-A9B9-2155FA860A15}"/>
    <dgm:cxn modelId="{43261E8B-50EF-4B78-8735-916B67319A42}" type="presParOf" srcId="{EF480F39-80E1-4C56-88D1-E47CD539596B}" destId="{21FFF851-AC63-4B11-B9F4-3BB219DBBDFE}" srcOrd="0" destOrd="0" presId="urn:microsoft.com/office/officeart/2005/8/layout/default"/>
    <dgm:cxn modelId="{D5CE228B-DAC0-4FFA-83DE-F735D4F82F50}" type="presParOf" srcId="{EF480F39-80E1-4C56-88D1-E47CD539596B}" destId="{5BDBE234-161B-4F6F-BC53-3B52ED47AFD8}" srcOrd="1" destOrd="0" presId="urn:microsoft.com/office/officeart/2005/8/layout/default"/>
    <dgm:cxn modelId="{9E37DE5A-F7B8-4864-9CB9-E5A7289E82F9}" type="presParOf" srcId="{EF480F39-80E1-4C56-88D1-E47CD539596B}" destId="{34A8E60F-5D1A-4927-9E36-41C86AA41548}" srcOrd="2" destOrd="0" presId="urn:microsoft.com/office/officeart/2005/8/layout/default"/>
    <dgm:cxn modelId="{041A2B6E-CACF-4507-9CB6-D00F4FC7F751}" type="presParOf" srcId="{EF480F39-80E1-4C56-88D1-E47CD539596B}" destId="{B972B2BB-CBF6-4C64-880F-2A97D653D205}" srcOrd="3" destOrd="0" presId="urn:microsoft.com/office/officeart/2005/8/layout/default"/>
    <dgm:cxn modelId="{532586B8-1BAE-47DE-A5C7-8B7A11AF534D}" type="presParOf" srcId="{EF480F39-80E1-4C56-88D1-E47CD539596B}" destId="{2B67735F-7FF1-4490-A530-B5114E341543}" srcOrd="4" destOrd="0" presId="urn:microsoft.com/office/officeart/2005/8/layout/default"/>
    <dgm:cxn modelId="{CA9AD19E-2843-4F54-A64C-80740F780422}" type="presParOf" srcId="{EF480F39-80E1-4C56-88D1-E47CD539596B}" destId="{AFC97926-2B04-412D-B9C1-7324F5CCB91A}" srcOrd="5" destOrd="0" presId="urn:microsoft.com/office/officeart/2005/8/layout/default"/>
    <dgm:cxn modelId="{4730C337-1AFB-466D-9304-A1D03EBF5244}" type="presParOf" srcId="{EF480F39-80E1-4C56-88D1-E47CD539596B}" destId="{C834917C-5E5A-4000-AE23-15D0D2454C80}" srcOrd="6" destOrd="0" presId="urn:microsoft.com/office/officeart/2005/8/layout/default"/>
    <dgm:cxn modelId="{EED3521F-53B5-4045-80CA-6C28027D03BA}" type="presParOf" srcId="{EF480F39-80E1-4C56-88D1-E47CD539596B}" destId="{D976BED6-8FE6-4AD1-8992-09EBF186D084}" srcOrd="7" destOrd="0" presId="urn:microsoft.com/office/officeart/2005/8/layout/default"/>
    <dgm:cxn modelId="{690A7D0C-BEE3-4763-A591-ECCA78232A36}" type="presParOf" srcId="{EF480F39-80E1-4C56-88D1-E47CD539596B}" destId="{FAFA2D85-F3F4-411B-B158-2B13D15A9092}" srcOrd="8" destOrd="0" presId="urn:microsoft.com/office/officeart/2005/8/layout/default"/>
    <dgm:cxn modelId="{D426EDDF-6DEF-45FB-B15F-D714E0411910}" type="presParOf" srcId="{EF480F39-80E1-4C56-88D1-E47CD539596B}" destId="{283F6F06-D528-4193-A7D8-F5273A204751}" srcOrd="9" destOrd="0" presId="urn:microsoft.com/office/officeart/2005/8/layout/default"/>
    <dgm:cxn modelId="{07ED4124-D570-48B3-8344-1B986C1206E2}" type="presParOf" srcId="{EF480F39-80E1-4C56-88D1-E47CD539596B}" destId="{DCB74C48-047A-4B4D-987F-797887A4BDC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530A3-1A33-494A-9F99-DFEF340DEFA2}">
      <dsp:nvSpPr>
        <dsp:cNvPr id="0" name=""/>
        <dsp:cNvSpPr/>
      </dsp:nvSpPr>
      <dsp:spPr>
        <a:xfrm>
          <a:off x="0" y="2599382"/>
          <a:ext cx="5961134" cy="17054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Chat-Co ermöglicht:</a:t>
          </a:r>
          <a:endParaRPr lang="en-US" sz="3000" kern="1200"/>
        </a:p>
      </dsp:txBody>
      <dsp:txXfrm>
        <a:off x="0" y="2599382"/>
        <a:ext cx="5961134" cy="920957"/>
      </dsp:txXfrm>
    </dsp:sp>
    <dsp:sp modelId="{A44A0836-3AFD-4648-8F4A-D9D4935AFC57}">
      <dsp:nvSpPr>
        <dsp:cNvPr id="0" name=""/>
        <dsp:cNvSpPr/>
      </dsp:nvSpPr>
      <dsp:spPr>
        <a:xfrm>
          <a:off x="2910" y="3486230"/>
          <a:ext cx="1985104" cy="7845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667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50" kern="1200" dirty="0"/>
            <a:t>interne Kommunikation</a:t>
          </a:r>
          <a:endParaRPr lang="en-US" sz="1950" kern="1200" dirty="0"/>
        </a:p>
      </dsp:txBody>
      <dsp:txXfrm>
        <a:off x="2910" y="3486230"/>
        <a:ext cx="1985104" cy="784519"/>
      </dsp:txXfrm>
    </dsp:sp>
    <dsp:sp modelId="{7BD929FE-7CCD-4F21-B4BE-C9C1189C3D13}">
      <dsp:nvSpPr>
        <dsp:cNvPr id="0" name=""/>
        <dsp:cNvSpPr/>
      </dsp:nvSpPr>
      <dsp:spPr>
        <a:xfrm>
          <a:off x="1988014" y="3486230"/>
          <a:ext cx="1985104" cy="7845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667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50" kern="1200" dirty="0"/>
            <a:t>sicheren Dateiaustausch</a:t>
          </a:r>
          <a:endParaRPr lang="en-US" sz="1950" kern="1200" dirty="0"/>
        </a:p>
      </dsp:txBody>
      <dsp:txXfrm>
        <a:off x="1988014" y="3486230"/>
        <a:ext cx="1985104" cy="784519"/>
      </dsp:txXfrm>
    </dsp:sp>
    <dsp:sp modelId="{B92455EE-9400-4CA5-BE27-B0B2D59B7D25}">
      <dsp:nvSpPr>
        <dsp:cNvPr id="0" name=""/>
        <dsp:cNvSpPr/>
      </dsp:nvSpPr>
      <dsp:spPr>
        <a:xfrm>
          <a:off x="3973119" y="3486230"/>
          <a:ext cx="1985104" cy="7845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000" kern="1200" dirty="0"/>
            <a:t>volle Datenkontrolle</a:t>
          </a:r>
          <a:endParaRPr lang="en-US" sz="2000" kern="1200" dirty="0"/>
        </a:p>
      </dsp:txBody>
      <dsp:txXfrm>
        <a:off x="3973119" y="3486230"/>
        <a:ext cx="1985104" cy="784519"/>
      </dsp:txXfrm>
    </dsp:sp>
    <dsp:sp modelId="{596CED24-8391-4A4C-B757-9FE8E964AF3E}">
      <dsp:nvSpPr>
        <dsp:cNvPr id="0" name=""/>
        <dsp:cNvSpPr/>
      </dsp:nvSpPr>
      <dsp:spPr>
        <a:xfrm rot="10800000">
          <a:off x="0" y="1942"/>
          <a:ext cx="5961134" cy="262302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kern="1200" dirty="0"/>
            <a:t>Eine sichere Kommunikationsplattform für interne Nutzung.</a:t>
          </a:r>
          <a:endParaRPr lang="en-US" sz="3000" kern="1200" dirty="0"/>
        </a:p>
      </dsp:txBody>
      <dsp:txXfrm rot="10800000">
        <a:off x="0" y="1942"/>
        <a:ext cx="5961134" cy="17043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B52C2-4C6E-4B67-980C-B19BD0C04586}">
      <dsp:nvSpPr>
        <dsp:cNvPr id="0" name=""/>
        <dsp:cNvSpPr/>
      </dsp:nvSpPr>
      <dsp:spPr>
        <a:xfrm>
          <a:off x="0" y="0"/>
          <a:ext cx="8527473" cy="105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F5AE8-EB53-4C67-A1A2-C4F82338754C}">
      <dsp:nvSpPr>
        <dsp:cNvPr id="0" name=""/>
        <dsp:cNvSpPr/>
      </dsp:nvSpPr>
      <dsp:spPr>
        <a:xfrm>
          <a:off x="318018" y="241478"/>
          <a:ext cx="578215" cy="5782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DD9F5-3042-46E5-AA1C-4CEF77C8378C}">
      <dsp:nvSpPr>
        <dsp:cNvPr id="0" name=""/>
        <dsp:cNvSpPr/>
      </dsp:nvSpPr>
      <dsp:spPr>
        <a:xfrm>
          <a:off x="1214251" y="4935"/>
          <a:ext cx="7313221" cy="105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63" tIns="111263" rIns="111263" bIns="111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Entwicklung einer sicheren On-</a:t>
          </a:r>
          <a:r>
            <a:rPr lang="de-AT" sz="1900" kern="1200" dirty="0" err="1"/>
            <a:t>Premise</a:t>
          </a:r>
          <a:r>
            <a:rPr lang="de-AT" sz="1900" kern="1200" dirty="0"/>
            <a:t> Kommunikationsplattform.</a:t>
          </a:r>
          <a:endParaRPr lang="en-US" sz="1900" kern="1200" dirty="0"/>
        </a:p>
      </dsp:txBody>
      <dsp:txXfrm>
        <a:off x="1214251" y="4935"/>
        <a:ext cx="7313221" cy="1051300"/>
      </dsp:txXfrm>
    </dsp:sp>
    <dsp:sp modelId="{5A2E31F1-AFA9-4CE3-8E32-74716826C85B}">
      <dsp:nvSpPr>
        <dsp:cNvPr id="0" name=""/>
        <dsp:cNvSpPr/>
      </dsp:nvSpPr>
      <dsp:spPr>
        <a:xfrm>
          <a:off x="0" y="1319061"/>
          <a:ext cx="8527473" cy="105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450BD-ECD6-44CF-976D-086CADF821BC}">
      <dsp:nvSpPr>
        <dsp:cNvPr id="0" name=""/>
        <dsp:cNvSpPr/>
      </dsp:nvSpPr>
      <dsp:spPr>
        <a:xfrm>
          <a:off x="318018" y="1555603"/>
          <a:ext cx="578215" cy="5782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AF44E-83CB-4F3B-ADCA-A41787397A2C}">
      <dsp:nvSpPr>
        <dsp:cNvPr id="0" name=""/>
        <dsp:cNvSpPr/>
      </dsp:nvSpPr>
      <dsp:spPr>
        <a:xfrm>
          <a:off x="1214251" y="1319061"/>
          <a:ext cx="7313221" cy="105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63" tIns="111263" rIns="111263" bIns="111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Messanger der mindestens 50 gleichzeitige Nutzer sowie den erfolgreichen Dateiaustausch in einer Docker-Umgebung technisch nachweist.</a:t>
          </a:r>
          <a:endParaRPr lang="en-US" sz="1900" kern="1200" dirty="0"/>
        </a:p>
      </dsp:txBody>
      <dsp:txXfrm>
        <a:off x="1214251" y="1319061"/>
        <a:ext cx="7313221" cy="1051300"/>
      </dsp:txXfrm>
    </dsp:sp>
    <dsp:sp modelId="{0A2053C5-AB59-47C9-8718-302FD3E2D201}">
      <dsp:nvSpPr>
        <dsp:cNvPr id="0" name=""/>
        <dsp:cNvSpPr/>
      </dsp:nvSpPr>
      <dsp:spPr>
        <a:xfrm>
          <a:off x="0" y="2633186"/>
          <a:ext cx="8527473" cy="105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3E8E1-C32C-4D42-95F7-12E02A37E927}">
      <dsp:nvSpPr>
        <dsp:cNvPr id="0" name=""/>
        <dsp:cNvSpPr/>
      </dsp:nvSpPr>
      <dsp:spPr>
        <a:xfrm>
          <a:off x="318018" y="2869728"/>
          <a:ext cx="578215" cy="5782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E07E3-FEEC-46F5-AB34-638BAF05C6A9}">
      <dsp:nvSpPr>
        <dsp:cNvPr id="0" name=""/>
        <dsp:cNvSpPr/>
      </dsp:nvSpPr>
      <dsp:spPr>
        <a:xfrm>
          <a:off x="1214251" y="2633186"/>
          <a:ext cx="7313221" cy="105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63" tIns="111263" rIns="111263" bIns="111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Schützt Unternehmensdaten und verbessert Zusammenarbeit.</a:t>
          </a:r>
          <a:endParaRPr lang="en-US" sz="1900" kern="1200" dirty="0"/>
        </a:p>
      </dsp:txBody>
      <dsp:txXfrm>
        <a:off x="1214251" y="2633186"/>
        <a:ext cx="7313221" cy="1051300"/>
      </dsp:txXfrm>
    </dsp:sp>
    <dsp:sp modelId="{1942A521-46D6-422A-9000-1B93C02FE62D}">
      <dsp:nvSpPr>
        <dsp:cNvPr id="0" name=""/>
        <dsp:cNvSpPr/>
      </dsp:nvSpPr>
      <dsp:spPr>
        <a:xfrm>
          <a:off x="0" y="3947311"/>
          <a:ext cx="8527473" cy="105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5279A-2E22-4E8D-8493-67F922F9F930}">
      <dsp:nvSpPr>
        <dsp:cNvPr id="0" name=""/>
        <dsp:cNvSpPr/>
      </dsp:nvSpPr>
      <dsp:spPr>
        <a:xfrm>
          <a:off x="318018" y="4183854"/>
          <a:ext cx="578215" cy="5782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1CB22-5E94-487B-A377-BA1B85F0EE1C}">
      <dsp:nvSpPr>
        <dsp:cNvPr id="0" name=""/>
        <dsp:cNvSpPr/>
      </dsp:nvSpPr>
      <dsp:spPr>
        <a:xfrm>
          <a:off x="1214251" y="3947311"/>
          <a:ext cx="7313221" cy="105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63" tIns="111263" rIns="111263" bIns="111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Umsetzung mit unserer Java-Expertise.</a:t>
          </a:r>
          <a:endParaRPr lang="en-US" sz="1900" kern="1200" dirty="0"/>
        </a:p>
      </dsp:txBody>
      <dsp:txXfrm>
        <a:off x="1214251" y="3947311"/>
        <a:ext cx="7313221" cy="1051300"/>
      </dsp:txXfrm>
    </dsp:sp>
    <dsp:sp modelId="{D77C5FDA-7094-47AB-8232-6910844E4CE5}">
      <dsp:nvSpPr>
        <dsp:cNvPr id="0" name=""/>
        <dsp:cNvSpPr/>
      </dsp:nvSpPr>
      <dsp:spPr>
        <a:xfrm>
          <a:off x="0" y="5261437"/>
          <a:ext cx="8527473" cy="10513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B5868-E77A-4A1A-BDC5-F65C07315725}">
      <dsp:nvSpPr>
        <dsp:cNvPr id="0" name=""/>
        <dsp:cNvSpPr/>
      </dsp:nvSpPr>
      <dsp:spPr>
        <a:xfrm>
          <a:off x="318018" y="5497979"/>
          <a:ext cx="578215" cy="5782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84278-36BA-4479-81B4-45F21BD65087}">
      <dsp:nvSpPr>
        <dsp:cNvPr id="0" name=""/>
        <dsp:cNvSpPr/>
      </dsp:nvSpPr>
      <dsp:spPr>
        <a:xfrm>
          <a:off x="1214251" y="5261437"/>
          <a:ext cx="7313221" cy="1051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63" tIns="111263" rIns="111263" bIns="11126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900" kern="1200" dirty="0"/>
            <a:t>Fertigstellung bis zum Semester Ende.</a:t>
          </a:r>
          <a:endParaRPr lang="en-US" sz="1900" kern="1200" dirty="0"/>
        </a:p>
      </dsp:txBody>
      <dsp:txXfrm>
        <a:off x="1214251" y="5261437"/>
        <a:ext cx="7313221" cy="1051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C6FD-805F-4A50-92F4-A71A90B74F84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5239CE3D-3452-41EA-A766-D105B2AA6E60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Benutzerverwaltung mit LDAP &amp; Registrierung</a:t>
          </a:r>
          <a:endParaRPr lang="en-US" sz="2300" kern="1200"/>
        </a:p>
      </dsp:txBody>
      <dsp:txXfrm>
        <a:off x="8061" y="5979"/>
        <a:ext cx="3034531" cy="1820718"/>
      </dsp:txXfrm>
    </dsp:sp>
    <dsp:sp modelId="{A9A902E2-0955-4473-9DCA-BD145E2D35E5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86890F90-8173-44FB-84D2-74320E8994A3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Rollen- &amp; Berechtigungssystem</a:t>
          </a:r>
          <a:endParaRPr lang="en-US" sz="2300" kern="1200"/>
        </a:p>
      </dsp:txBody>
      <dsp:txXfrm>
        <a:off x="3740534" y="5979"/>
        <a:ext cx="3034531" cy="1820718"/>
      </dsp:txXfrm>
    </dsp:sp>
    <dsp:sp modelId="{881DC1DF-159E-4E1D-9388-92374B2E89C3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DF0C77F-9FD0-4CA3-ADF0-0B3A109E9EA2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Echtzeit-Textchat (TLS-verschlüsselt)</a:t>
          </a:r>
          <a:endParaRPr lang="en-US" sz="2300" kern="1200"/>
        </a:p>
      </dsp:txBody>
      <dsp:txXfrm>
        <a:off x="7473007" y="5979"/>
        <a:ext cx="3034531" cy="1820718"/>
      </dsp:txXfrm>
    </dsp:sp>
    <dsp:sp modelId="{A7449B46-18A8-4738-B22F-201C3F4FE817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2CB7F3AB-21FE-4D81-B76F-F1CFCC78D887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Datei- &amp; Bildübertragung</a:t>
          </a:r>
          <a:endParaRPr lang="en-US" sz="2300" kern="1200"/>
        </a:p>
      </dsp:txBody>
      <dsp:txXfrm>
        <a:off x="8061" y="2524640"/>
        <a:ext cx="3034531" cy="1820718"/>
      </dsp:txXfrm>
    </dsp:sp>
    <dsp:sp modelId="{9BF5BEEC-9D5E-4575-8D3E-CED41A02B39F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A2FA212E-2CE7-4C51-ABA3-87C3B6D852C6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Admin-Dashboard mit Logs &amp; Backups</a:t>
          </a:r>
          <a:endParaRPr lang="en-US" sz="2300" kern="1200"/>
        </a:p>
      </dsp:txBody>
      <dsp:txXfrm>
        <a:off x="3740534" y="2524640"/>
        <a:ext cx="3034531" cy="1820718"/>
      </dsp:txXfrm>
    </dsp:sp>
    <dsp:sp modelId="{794D3889-812B-46FB-A12C-C0F254AF2E27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300" kern="1200"/>
            <a:t>Web- &amp; Desktop-Zugriff</a:t>
          </a:r>
          <a:endParaRPr lang="en-US" sz="2300" kern="1200"/>
        </a:p>
      </dsp:txBody>
      <dsp:txXfrm>
        <a:off x="7473007" y="2524640"/>
        <a:ext cx="3034531" cy="1820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D69FB-F6FE-429C-B580-D53A0625ACB5}">
      <dsp:nvSpPr>
        <dsp:cNvPr id="0" name=""/>
        <dsp:cNvSpPr/>
      </dsp:nvSpPr>
      <dsp:spPr>
        <a:xfrm>
          <a:off x="0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600" kern="1200"/>
            <a:t>volle Datenhoheit</a:t>
          </a:r>
          <a:endParaRPr lang="en-US" sz="2600" kern="1200"/>
        </a:p>
      </dsp:txBody>
      <dsp:txXfrm>
        <a:off x="0" y="40290"/>
        <a:ext cx="3286125" cy="1971675"/>
      </dsp:txXfrm>
    </dsp:sp>
    <dsp:sp modelId="{2E4C49F1-0D13-4B57-A5D4-A58E65BF58A0}">
      <dsp:nvSpPr>
        <dsp:cNvPr id="0" name=""/>
        <dsp:cNvSpPr/>
      </dsp:nvSpPr>
      <dsp:spPr>
        <a:xfrm>
          <a:off x="3614737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600" kern="1200"/>
            <a:t>erhöhte Datensicherheit</a:t>
          </a:r>
          <a:endParaRPr lang="en-US" sz="2600" kern="1200"/>
        </a:p>
      </dsp:txBody>
      <dsp:txXfrm>
        <a:off x="3614737" y="40290"/>
        <a:ext cx="3286125" cy="1971675"/>
      </dsp:txXfrm>
    </dsp:sp>
    <dsp:sp modelId="{CBB73C31-06A4-4960-B930-5A4CDF90532D}">
      <dsp:nvSpPr>
        <dsp:cNvPr id="0" name=""/>
        <dsp:cNvSpPr/>
      </dsp:nvSpPr>
      <dsp:spPr>
        <a:xfrm>
          <a:off x="7229475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600" kern="1200"/>
            <a:t>DSGVO-Konformität</a:t>
          </a:r>
          <a:endParaRPr lang="en-US" sz="2600" kern="1200"/>
        </a:p>
      </dsp:txBody>
      <dsp:txXfrm>
        <a:off x="7229475" y="40290"/>
        <a:ext cx="3286125" cy="1971675"/>
      </dsp:txXfrm>
    </dsp:sp>
    <dsp:sp modelId="{17717074-338F-4711-8F15-B7FAD254C2E3}">
      <dsp:nvSpPr>
        <dsp:cNvPr id="0" name=""/>
        <dsp:cNvSpPr/>
      </dsp:nvSpPr>
      <dsp:spPr>
        <a:xfrm>
          <a:off x="1807368" y="2340578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600" kern="1200"/>
            <a:t>bessere Teamkommunikation</a:t>
          </a:r>
          <a:endParaRPr lang="en-US" sz="2600" kern="1200"/>
        </a:p>
      </dsp:txBody>
      <dsp:txXfrm>
        <a:off x="1807368" y="2340578"/>
        <a:ext cx="3286125" cy="1971675"/>
      </dsp:txXfrm>
    </dsp:sp>
    <dsp:sp modelId="{47A03180-9B8D-4CAB-8000-32790EF0F49C}">
      <dsp:nvSpPr>
        <dsp:cNvPr id="0" name=""/>
        <dsp:cNvSpPr/>
      </dsp:nvSpPr>
      <dsp:spPr>
        <a:xfrm>
          <a:off x="5422106" y="2340578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600" kern="1200"/>
            <a:t>Unabhängigkeit von Cloud-Anbietern</a:t>
          </a:r>
          <a:endParaRPr lang="en-US" sz="2600" kern="1200"/>
        </a:p>
      </dsp:txBody>
      <dsp:txXfrm>
        <a:off x="5422106" y="2340578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E63FA-D14E-41C9-84D1-B87CA2FBD2F4}">
      <dsp:nvSpPr>
        <dsp:cNvPr id="0" name=""/>
        <dsp:cNvSpPr/>
      </dsp:nvSpPr>
      <dsp:spPr>
        <a:xfrm>
          <a:off x="0" y="780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Backend:</a:t>
          </a:r>
          <a:r>
            <a:rPr lang="de-AT" sz="2900" kern="1200"/>
            <a:t> Java Spring Boot (WebSockets)</a:t>
          </a:r>
          <a:endParaRPr lang="en-US" sz="2900" kern="1200"/>
        </a:p>
      </dsp:txBody>
      <dsp:txXfrm>
        <a:off x="34783" y="42583"/>
        <a:ext cx="10446034" cy="642964"/>
      </dsp:txXfrm>
    </dsp:sp>
    <dsp:sp modelId="{D44F9D0B-7122-4AB9-B9C1-041050560F98}">
      <dsp:nvSpPr>
        <dsp:cNvPr id="0" name=""/>
        <dsp:cNvSpPr/>
      </dsp:nvSpPr>
      <dsp:spPr>
        <a:xfrm>
          <a:off x="0" y="80385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Frontend:</a:t>
          </a:r>
          <a:r>
            <a:rPr lang="de-AT" sz="2900" kern="1200"/>
            <a:t> Vaadin (Java-basierte UI)</a:t>
          </a:r>
          <a:endParaRPr lang="en-US" sz="2900" kern="1200"/>
        </a:p>
      </dsp:txBody>
      <dsp:txXfrm>
        <a:off x="34783" y="838633"/>
        <a:ext cx="10446034" cy="642964"/>
      </dsp:txXfrm>
    </dsp:sp>
    <dsp:sp modelId="{A5E0AAFD-AE7A-4709-A100-6A108C1A23D8}">
      <dsp:nvSpPr>
        <dsp:cNvPr id="0" name=""/>
        <dsp:cNvSpPr/>
      </dsp:nvSpPr>
      <dsp:spPr>
        <a:xfrm>
          <a:off x="0" y="159990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Desktop:</a:t>
          </a:r>
          <a:r>
            <a:rPr lang="de-AT" sz="2900" kern="1200"/>
            <a:t> Kapselung des Web-Interface via Electron</a:t>
          </a:r>
          <a:endParaRPr lang="en-US" sz="2900" kern="1200"/>
        </a:p>
      </dsp:txBody>
      <dsp:txXfrm>
        <a:off x="34783" y="1634683"/>
        <a:ext cx="10446034" cy="642964"/>
      </dsp:txXfrm>
    </dsp:sp>
    <dsp:sp modelId="{FF26494F-4AE8-4130-A478-77E66280B50D}">
      <dsp:nvSpPr>
        <dsp:cNvPr id="0" name=""/>
        <dsp:cNvSpPr/>
      </dsp:nvSpPr>
      <dsp:spPr>
        <a:xfrm>
          <a:off x="0" y="239595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Datenbank:</a:t>
          </a:r>
          <a:r>
            <a:rPr lang="de-AT" sz="2900" kern="1200"/>
            <a:t> Postgresql</a:t>
          </a:r>
          <a:endParaRPr lang="en-US" sz="2900" kern="1200"/>
        </a:p>
      </dsp:txBody>
      <dsp:txXfrm>
        <a:off x="34783" y="2430733"/>
        <a:ext cx="10446034" cy="642964"/>
      </dsp:txXfrm>
    </dsp:sp>
    <dsp:sp modelId="{6B9CA533-BDE0-4988-8C13-4B570C6E9096}">
      <dsp:nvSpPr>
        <dsp:cNvPr id="0" name=""/>
        <dsp:cNvSpPr/>
      </dsp:nvSpPr>
      <dsp:spPr>
        <a:xfrm>
          <a:off x="0" y="319200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Deployment:</a:t>
          </a:r>
          <a:r>
            <a:rPr lang="de-AT" sz="2900" kern="1200"/>
            <a:t> Docker</a:t>
          </a:r>
          <a:endParaRPr lang="en-US" sz="2900" kern="1200"/>
        </a:p>
      </dsp:txBody>
      <dsp:txXfrm>
        <a:off x="34783" y="3226783"/>
        <a:ext cx="10446034" cy="642964"/>
      </dsp:txXfrm>
    </dsp:sp>
    <dsp:sp modelId="{953EF9FB-B4CE-40AE-ACF1-2C02C3C6C125}">
      <dsp:nvSpPr>
        <dsp:cNvPr id="0" name=""/>
        <dsp:cNvSpPr/>
      </dsp:nvSpPr>
      <dsp:spPr>
        <a:xfrm>
          <a:off x="0" y="3988050"/>
          <a:ext cx="10515600" cy="712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900" b="1" kern="1200"/>
            <a:t>Architektur:</a:t>
          </a:r>
          <a:r>
            <a:rPr lang="de-AT" sz="2900" kern="1200"/>
            <a:t> MVC-Prinzip</a:t>
          </a:r>
          <a:endParaRPr lang="en-US" sz="2900" kern="1200"/>
        </a:p>
      </dsp:txBody>
      <dsp:txXfrm>
        <a:off x="34783" y="4022833"/>
        <a:ext cx="10446034" cy="6429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FF851-AC63-4B11-B9F4-3BB219DBBDFE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Projektinitiierung</a:t>
          </a:r>
          <a:endParaRPr lang="en-US" sz="3000" kern="1200"/>
        </a:p>
      </dsp:txBody>
      <dsp:txXfrm>
        <a:off x="0" y="39687"/>
        <a:ext cx="3286125" cy="1971675"/>
      </dsp:txXfrm>
    </dsp:sp>
    <dsp:sp modelId="{34A8E60F-5D1A-4927-9E36-41C86AA41548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Projektplanung</a:t>
          </a:r>
          <a:endParaRPr lang="en-US" sz="3000" kern="1200"/>
        </a:p>
      </dsp:txBody>
      <dsp:txXfrm>
        <a:off x="3614737" y="39687"/>
        <a:ext cx="3286125" cy="1971675"/>
      </dsp:txXfrm>
    </dsp:sp>
    <dsp:sp modelId="{2B67735F-7FF1-4490-A530-B5114E341543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Systementwurf</a:t>
          </a:r>
          <a:endParaRPr lang="en-US" sz="3000" kern="1200"/>
        </a:p>
      </dsp:txBody>
      <dsp:txXfrm>
        <a:off x="7229475" y="39687"/>
        <a:ext cx="3286125" cy="1971675"/>
      </dsp:txXfrm>
    </dsp:sp>
    <dsp:sp modelId="{C834917C-5E5A-4000-AE23-15D0D2454C80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Umsetzung</a:t>
          </a:r>
          <a:endParaRPr lang="en-US" sz="3000" kern="1200"/>
        </a:p>
      </dsp:txBody>
      <dsp:txXfrm>
        <a:off x="0" y="2339975"/>
        <a:ext cx="3286125" cy="1971675"/>
      </dsp:txXfrm>
    </dsp:sp>
    <dsp:sp modelId="{FAFA2D85-F3F4-411B-B158-2B13D15A9092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Integration &amp; Test</a:t>
          </a:r>
          <a:endParaRPr lang="en-US" sz="3000" kern="1200"/>
        </a:p>
      </dsp:txBody>
      <dsp:txXfrm>
        <a:off x="3614737" y="2339975"/>
        <a:ext cx="3286125" cy="1971675"/>
      </dsp:txXfrm>
    </dsp:sp>
    <dsp:sp modelId="{DCB74C48-047A-4B4D-987F-797887A4BDC7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b="1" kern="1200"/>
            <a:t>Deployment &amp; Abschluss</a:t>
          </a:r>
          <a:endParaRPr lang="en-US" sz="3000" kern="1200"/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018E0-1F1B-74A8-5521-A93EE0A16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B28763-7DB4-4F91-1587-F03FA59FA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C533C8-8E01-BE0E-4063-0195EB1C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E5721B-AD37-A5B4-E3E7-B8383F16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16A5B0-62E1-221A-1915-A8D68560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97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18E1A9-92CC-192B-7160-DDB5AFB4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52B69A-872B-178A-C9F1-30DA591D8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38EABD-5D3D-AFCF-4E94-51458590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E0083-E4BB-C0F3-D4E5-54A314F0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62CE50-DD15-0205-B235-1F0859D6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196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9B270-C145-4487-770D-C46BD1A7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E72972-47AA-FCEA-F86E-1FA41FC33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C4F648-EA02-67F5-FF9F-139243B2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3AD9FD-7A38-613E-7645-7CD6A628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1B11B3-8BC5-3CBF-0765-F57BFA0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378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3C525-B872-91C6-2C79-55E89CE3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B290AB-E7F5-59F2-E92E-32F5938C3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CB7792-702E-E4D3-5265-0DC283C56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96AC8F-4010-6E1A-2332-C9C9AB26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E534CC-7F5E-EA69-916F-C569CFD4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1299E7-56BC-F8C4-7679-51BDE3B6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65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6860B7-DBBA-FC8A-7A13-59614704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54441C-973F-25C7-C686-09F6A5D8A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D5CEA4-19CE-AA08-D148-A5DB1E8B3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249047-D405-48F3-4022-C7F44EB78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E9D97AA-A401-F210-7294-C744EDB6E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D24017-C30A-A272-E131-3CB41188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516AC3-8130-4D4F-AB46-327102AB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DC99E7-DFDE-247B-904D-39E000AD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972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07A00-04E1-E8B2-9D6D-53387AC2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3D71F1-C093-59A8-6686-7C6E7622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354BF-1261-E505-1297-D33FAB46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0A466F-33B5-2B2E-452C-C9AD6325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36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CE3C4C-737C-3A91-383B-2CD056B8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53BE83-C060-8B5C-EDCB-4B417EAF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A58EBC-017D-4F88-EEC2-85C6FACF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0722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F60010-D7EB-571D-4964-4FF0774D8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F9AA21-94FD-5EFA-9A61-C7B20BEC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EFF70B-B063-5BD3-8B8A-839A6D141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1821C6-2FED-00E9-A644-D8616E85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05057B-327E-5B44-81BD-7B1E19A7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381579-524F-66DC-518E-A0691C91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7920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CA667D-2AFE-A3AC-62FA-2EF9C3BE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68EBDC1-FEC8-0BD7-F7CC-135752B15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3DED2E-3661-0895-2508-8FF251B0E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1E97A2-2A78-61CA-7A18-FB59B01B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75F7EB-AB6C-17EC-6295-A248A1DE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002075-A248-1F9B-6D14-D4737BB1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299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E9FC4-3F6B-EA8C-91C9-A6832857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62DAEF-C4F9-E4A3-02E9-543B405EC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85C54C-F88D-8FF0-E32A-252D2367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FE6B27-7024-3059-23C2-347D0539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FFEEA-EAA5-456C-AD07-240B10E5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854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3FD4B9-7751-A398-C614-D76A603B1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ADABF1-2B6F-A449-C001-9CED4A4E6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D1F4C7-5239-6F69-61DF-D4ADDFF9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71602D-9E44-6C9E-FA74-9A85B3DB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E569F0-7C0F-8FBF-7710-A7135F6B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19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EF725B7-1CB6-5CCF-9E3B-2FB123C9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A7A2E-F63A-3756-61BA-8A5B81E35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E9EDC-5EC4-D8C5-26A2-B055DBE2C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5AB2A-5A2E-441C-AB68-9735C63367CD}" type="datetimeFigureOut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769FB2-E9F5-35ED-1E2B-E3C48CCD2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4393A-8B08-9A27-CA47-8C1013DA0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E4A2B-7FE1-4AF1-8B55-0721E7FC33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571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06326E-DF6A-0AAD-EE68-AE00FAD68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AT" sz="4800">
                <a:solidFill>
                  <a:srgbClr val="FFFFFF"/>
                </a:solidFill>
              </a:rPr>
              <a:t>Chat-Co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4E0EDC-955F-6FFA-1F42-8598C9770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Sichere On-Premise Kommunikationslösung für Unternehmen</a:t>
            </a:r>
            <a:endParaRPr lang="de-A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93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45AC87-1D03-4452-BBE4-712E1079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A66E38-056D-4A0A-BF1D-682AB0529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0500" y="6"/>
            <a:ext cx="31114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D0A197-F7EC-4629-86FB-48D5D3B82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835780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251444-A29D-44A8-9E2E-263F0C215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26042" y="9496"/>
            <a:ext cx="11765956" cy="2826288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BEDD3D-2C56-F2FC-C49A-C303284C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8826"/>
            <a:ext cx="9448801" cy="1047132"/>
          </a:xfrm>
        </p:spPr>
        <p:txBody>
          <a:bodyPr anchor="ctr">
            <a:normAutofit/>
          </a:bodyPr>
          <a:lstStyle/>
          <a:p>
            <a:r>
              <a:rPr lang="de-AT" sz="4000">
                <a:solidFill>
                  <a:srgbClr val="FFFFFF"/>
                </a:solidFill>
              </a:rPr>
              <a:t>Das Team</a:t>
            </a:r>
          </a:p>
        </p:txBody>
      </p:sp>
      <p:pic>
        <p:nvPicPr>
          <p:cNvPr id="10" name="Grafik 9" descr="Ein Bild, das Menschliches Gesicht, Person, Porträt, Lächeln enthält.&#10;&#10;KI-generierte Inhalte können fehlerhaft sein.">
            <a:extLst>
              <a:ext uri="{FF2B5EF4-FFF2-40B4-BE49-F238E27FC236}">
                <a16:creationId xmlns:a16="http://schemas.microsoft.com/office/drawing/2014/main" id="{49CCC192-3973-BC8E-E84C-108521CA5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5" b="19875"/>
          <a:stretch>
            <a:fillRect/>
          </a:stretch>
        </p:blipFill>
        <p:spPr>
          <a:xfrm>
            <a:off x="852408" y="1567799"/>
            <a:ext cx="3061648" cy="3061648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pic>
        <p:nvPicPr>
          <p:cNvPr id="26" name="Grafik 25" descr="Ein Bild, das Person, Kleidung, Menschliches Gesicht, Porträt enthält.&#10;&#10;KI-generierte Inhalte können fehlerhaft sein.">
            <a:extLst>
              <a:ext uri="{FF2B5EF4-FFF2-40B4-BE49-F238E27FC236}">
                <a16:creationId xmlns:a16="http://schemas.microsoft.com/office/drawing/2014/main" id="{27670629-BBC3-F114-5A02-65FB1D223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25" r="3" b="19378"/>
          <a:stretch>
            <a:fillRect/>
          </a:stretch>
        </p:blipFill>
        <p:spPr>
          <a:xfrm>
            <a:off x="4501915" y="1462258"/>
            <a:ext cx="3061648" cy="3061648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pic>
        <p:nvPicPr>
          <p:cNvPr id="12" name="Grafik 11" descr="Ein Bild, das Menschliches Gesicht, Person, Kleidung, Porträt enthält.&#10;&#10;KI-generierte Inhalte können fehlerhaft sein.">
            <a:extLst>
              <a:ext uri="{FF2B5EF4-FFF2-40B4-BE49-F238E27FC236}">
                <a16:creationId xmlns:a16="http://schemas.microsoft.com/office/drawing/2014/main" id="{0FE5993B-7361-AE04-6608-4F8C48747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5" r="-1" b="16874"/>
          <a:stretch>
            <a:fillRect/>
          </a:stretch>
        </p:blipFill>
        <p:spPr>
          <a:xfrm>
            <a:off x="8151422" y="1479606"/>
            <a:ext cx="3061648" cy="3061648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7B6BEE-4CE4-A00C-3A7C-94232A07136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371601" y="6229375"/>
            <a:ext cx="9448800" cy="2431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de-AT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BADFB63-F2C5-4B8C-2385-93E945CE884F}"/>
              </a:ext>
            </a:extLst>
          </p:cNvPr>
          <p:cNvSpPr txBox="1"/>
          <p:nvPr/>
        </p:nvSpPr>
        <p:spPr>
          <a:xfrm>
            <a:off x="1570358" y="4710714"/>
            <a:ext cx="1719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/>
              <a:t>Alexander Rutz</a:t>
            </a:r>
          </a:p>
          <a:p>
            <a:r>
              <a:rPr lang="de-AT" dirty="0"/>
              <a:t>   Projektleiter</a:t>
            </a:r>
            <a:endParaRPr lang="de-AT" sz="18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DAEB69C-E1A0-EFC9-7C08-8BF23B8BFFDD}"/>
              </a:ext>
            </a:extLst>
          </p:cNvPr>
          <p:cNvSpPr txBox="1"/>
          <p:nvPr/>
        </p:nvSpPr>
        <p:spPr>
          <a:xfrm>
            <a:off x="4986418" y="4710714"/>
            <a:ext cx="2208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/>
              <a:t>Maximilian </a:t>
            </a:r>
            <a:r>
              <a:rPr lang="de-AT" sz="1800" dirty="0" err="1"/>
              <a:t>Paesold</a:t>
            </a:r>
            <a:endParaRPr lang="de-AT" sz="1800" dirty="0"/>
          </a:p>
          <a:p>
            <a:r>
              <a:rPr lang="de-AT" dirty="0"/>
              <a:t>  Software-Architekt</a:t>
            </a:r>
            <a:endParaRPr lang="de-AT" sz="18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40B5ADA-DC9F-A0DD-1794-38FD558D0D8B}"/>
              </a:ext>
            </a:extLst>
          </p:cNvPr>
          <p:cNvSpPr txBox="1"/>
          <p:nvPr/>
        </p:nvSpPr>
        <p:spPr>
          <a:xfrm>
            <a:off x="8891309" y="4710714"/>
            <a:ext cx="2208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/>
              <a:t> Sebastian Weigl</a:t>
            </a:r>
          </a:p>
          <a:p>
            <a:r>
              <a:rPr lang="de-AT" dirty="0"/>
              <a:t>System-Architekt</a:t>
            </a:r>
            <a:endParaRPr lang="de-AT" sz="1800" dirty="0"/>
          </a:p>
        </p:txBody>
      </p:sp>
    </p:spTree>
    <p:extLst>
      <p:ext uri="{BB962C8B-B14F-4D97-AF65-F5344CB8AC3E}">
        <p14:creationId xmlns:p14="http://schemas.microsoft.com/office/powerpoint/2010/main" val="290561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E9800-CB93-0052-9EDE-FDCB765F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de-AT" sz="4000" dirty="0"/>
              <a:t>Idee:</a:t>
            </a:r>
          </a:p>
        </p:txBody>
      </p:sp>
      <p:pic>
        <p:nvPicPr>
          <p:cNvPr id="5" name="Picture 4" descr="Glühbirne vor gelbem Hintergrund mit skizzierten Lichtstrahlen und Kabel">
            <a:extLst>
              <a:ext uri="{FF2B5EF4-FFF2-40B4-BE49-F238E27FC236}">
                <a16:creationId xmlns:a16="http://schemas.microsoft.com/office/drawing/2014/main" id="{2244D200-B918-A9B6-2CAB-A070C3693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32" r="477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Inhaltsplatzhalter 2">
            <a:extLst>
              <a:ext uri="{FF2B5EF4-FFF2-40B4-BE49-F238E27FC236}">
                <a16:creationId xmlns:a16="http://schemas.microsoft.com/office/drawing/2014/main" id="{AA6FA4E7-2DA1-1A65-8ED1-3141073CC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69686"/>
              </p:ext>
            </p:extLst>
          </p:nvPr>
        </p:nvGraphicFramePr>
        <p:xfrm>
          <a:off x="5701779" y="1938067"/>
          <a:ext cx="5961134" cy="4306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306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6A3605-C5B7-B9A9-3A2C-08B35A4A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09" y="-40256"/>
            <a:ext cx="3140016" cy="1679276"/>
          </a:xfrm>
        </p:spPr>
        <p:txBody>
          <a:bodyPr>
            <a:normAutofit/>
          </a:bodyPr>
          <a:lstStyle/>
          <a:p>
            <a:r>
              <a:rPr lang="de-AT" sz="4800" dirty="0"/>
              <a:t>Gesamtziel:</a:t>
            </a:r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2B454144-2A30-90E4-964B-33DA1CDC3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15756"/>
              </p:ext>
            </p:extLst>
          </p:nvPr>
        </p:nvGraphicFramePr>
        <p:xfrm>
          <a:off x="3387435" y="304799"/>
          <a:ext cx="8527473" cy="6317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511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4DA8A-D254-0C65-BC89-9D7B1A3B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/>
              <a:t>Teilziele</a:t>
            </a:r>
            <a:endParaRPr lang="de-AT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CE677BD-D934-A4EE-5F36-85C2E524FD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566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71F52F-3047-112F-9384-CB60BC1B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e-AT" sz="5200" b="1"/>
              <a:t>Nutzen für Unternehmen</a:t>
            </a:r>
            <a:endParaRPr lang="de-AT" sz="520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8DE888B6-4827-76FF-79CF-6A28D1AB1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13197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46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7FE69-2B1B-437B-F148-B5DC95A2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Technischer Stack</a:t>
            </a:r>
            <a:endParaRPr lang="de-AT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666E0DF-304B-A50D-61A2-5BF15B6238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791676"/>
              </p:ext>
            </p:extLst>
          </p:nvPr>
        </p:nvGraphicFramePr>
        <p:xfrm>
          <a:off x="838200" y="1468582"/>
          <a:ext cx="10515600" cy="470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684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28334-EEDC-C8F8-FB6F-415FB69D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Projektphasen</a:t>
            </a:r>
            <a:endParaRPr lang="de-AT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2476E4B-3DE4-D4C6-2FC0-10C6FAC8F8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15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1A6F76-0E73-C3C0-9009-4AE2FD63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240886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e-AT" sz="5200" b="1" dirty="0"/>
              <a:t>Meilensteinplan</a:t>
            </a:r>
            <a:endParaRPr lang="de-AT" sz="5200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41BB219-7904-8BD9-4B45-491C3FB13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493674"/>
              </p:ext>
            </p:extLst>
          </p:nvPr>
        </p:nvGraphicFramePr>
        <p:xfrm>
          <a:off x="426920" y="1374385"/>
          <a:ext cx="11335109" cy="520460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5018816">
                  <a:extLst>
                    <a:ext uri="{9D8B030D-6E8A-4147-A177-3AD203B41FA5}">
                      <a16:colId xmlns:a16="http://schemas.microsoft.com/office/drawing/2014/main" val="4262289368"/>
                    </a:ext>
                  </a:extLst>
                </a:gridCol>
                <a:gridCol w="2681602">
                  <a:extLst>
                    <a:ext uri="{9D8B030D-6E8A-4147-A177-3AD203B41FA5}">
                      <a16:colId xmlns:a16="http://schemas.microsoft.com/office/drawing/2014/main" val="3517338664"/>
                    </a:ext>
                  </a:extLst>
                </a:gridCol>
                <a:gridCol w="3634691">
                  <a:extLst>
                    <a:ext uri="{9D8B030D-6E8A-4147-A177-3AD203B41FA5}">
                      <a16:colId xmlns:a16="http://schemas.microsoft.com/office/drawing/2014/main" val="549934804"/>
                    </a:ext>
                  </a:extLst>
                </a:gridCol>
              </a:tblGrid>
              <a:tr h="5611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400" b="0" kern="100" cap="none" spc="60" dirty="0">
                          <a:solidFill>
                            <a:schemeClr val="bg1"/>
                          </a:solidFill>
                          <a:effectLst/>
                        </a:rPr>
                        <a:t>Meilenstein</a:t>
                      </a:r>
                      <a:endParaRPr lang="de-AT" sz="2400" b="0" kern="100" cap="none" spc="6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400" b="0" kern="100" cap="none" spc="60" dirty="0">
                          <a:solidFill>
                            <a:schemeClr val="bg1"/>
                          </a:solidFill>
                          <a:effectLst/>
                        </a:rPr>
                        <a:t>Termin</a:t>
                      </a:r>
                      <a:endParaRPr lang="de-AT" sz="2400" b="0" kern="100" cap="none" spc="6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400" b="0" kern="100" cap="none" spc="60" dirty="0">
                          <a:solidFill>
                            <a:schemeClr val="bg1"/>
                          </a:solidFill>
                          <a:effectLst/>
                        </a:rPr>
                        <a:t>Ergebnis</a:t>
                      </a:r>
                      <a:endParaRPr lang="de-AT" sz="2400" b="0" kern="100" cap="none" spc="6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793615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Projektstart</a:t>
                      </a:r>
                      <a:endParaRPr lang="de-AT" sz="20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10.02.2026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Projektauftrag definiert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918410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Lastenheft</a:t>
                      </a:r>
                      <a:endParaRPr lang="de-AT" sz="20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10.03.2026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Anforderungen fixiert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954554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Machbarkeitsanalyse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7.04.2026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Umsetzung bestätigt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436558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Architekturdesign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21.04.2026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Systemstruktur steht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817596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Nutzerverwaltung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28.04.2026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Login &amp; Rollen fertig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757143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Chatfunktion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12.05.2026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Kommunikation aktiv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94118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Admin-Dashboard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18.05.2026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Verwaltung möglich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818049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Testphase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22.05.2026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System stabil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560980"/>
                  </a:ext>
                </a:extLst>
              </a:tr>
              <a:tr h="5159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b="1" kern="100" cap="none" spc="0">
                          <a:solidFill>
                            <a:schemeClr val="tx1"/>
                          </a:solidFill>
                          <a:effectLst/>
                        </a:rPr>
                        <a:t>Projektabschluss</a:t>
                      </a:r>
                      <a:endParaRPr lang="de-AT" sz="20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>
                          <a:solidFill>
                            <a:schemeClr val="tx1"/>
                          </a:solidFill>
                          <a:effectLst/>
                        </a:rPr>
                        <a:t>4.06.2026</a:t>
                      </a:r>
                      <a:endParaRPr lang="de-AT" sz="20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0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r>
                        <a:rPr lang="de-AT" sz="2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&amp; Präsentation</a:t>
                      </a:r>
                      <a:endParaRPr lang="de-AT" sz="20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41" marR="11541" marT="110791" marB="115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93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48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6A049-1627-CFF6-2D0C-88B1ECF5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6"/>
            <a:ext cx="9738257" cy="11071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>
                <a:latin typeface="+mj-lt"/>
                <a:ea typeface="+mj-ea"/>
                <a:cs typeface="+mj-cs"/>
              </a:rPr>
              <a:t>Risikoanalyse</a:t>
            </a:r>
            <a:endParaRPr lang="en-US" sz="3200" kern="1200">
              <a:latin typeface="+mj-lt"/>
              <a:ea typeface="+mj-ea"/>
              <a:cs typeface="+mj-cs"/>
            </a:endParaRPr>
          </a:p>
        </p:txBody>
      </p:sp>
      <p:cxnSp>
        <p:nvCxnSpPr>
          <p:cNvPr id="43" name="Straight Connector 34">
            <a:extLst>
              <a:ext uri="{FF2B5EF4-FFF2-40B4-BE49-F238E27FC236}">
                <a16:creationId xmlns:a16="http://schemas.microsoft.com/office/drawing/2014/main" id="{D2C4353C-C927-1758-0BEF-21E9E0D81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EF209EE3-AB4B-FE51-C421-4C1BDB2673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962304"/>
              </p:ext>
            </p:extLst>
          </p:nvPr>
        </p:nvGraphicFramePr>
        <p:xfrm>
          <a:off x="649857" y="1840302"/>
          <a:ext cx="10978551" cy="4635258"/>
        </p:xfrm>
        <a:graphic>
          <a:graphicData uri="http://schemas.openxmlformats.org/drawingml/2006/table">
            <a:tbl>
              <a:tblPr firstRow="1" firstCol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3800839">
                  <a:extLst>
                    <a:ext uri="{9D8B030D-6E8A-4147-A177-3AD203B41FA5}">
                      <a16:colId xmlns:a16="http://schemas.microsoft.com/office/drawing/2014/main" val="2383092481"/>
                    </a:ext>
                  </a:extLst>
                </a:gridCol>
                <a:gridCol w="3277896">
                  <a:extLst>
                    <a:ext uri="{9D8B030D-6E8A-4147-A177-3AD203B41FA5}">
                      <a16:colId xmlns:a16="http://schemas.microsoft.com/office/drawing/2014/main" val="3024753920"/>
                    </a:ext>
                  </a:extLst>
                </a:gridCol>
                <a:gridCol w="3899816">
                  <a:extLst>
                    <a:ext uri="{9D8B030D-6E8A-4147-A177-3AD203B41FA5}">
                      <a16:colId xmlns:a16="http://schemas.microsoft.com/office/drawing/2014/main" val="1499462761"/>
                    </a:ext>
                  </a:extLst>
                </a:gridCol>
              </a:tblGrid>
              <a:tr h="84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300" b="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Risiko</a:t>
                      </a:r>
                      <a:endParaRPr lang="de-AT" sz="2300" b="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300" b="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Prävention</a:t>
                      </a:r>
                      <a:endParaRPr lang="de-AT" sz="2300" b="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2300" b="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Reaktion</a:t>
                      </a:r>
                      <a:endParaRPr lang="de-AT" sz="2300" b="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669695"/>
                  </a:ext>
                </a:extLst>
              </a:tr>
              <a:tr h="7585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b="1" kern="100" cap="none" spc="0">
                          <a:solidFill>
                            <a:schemeClr val="tx1"/>
                          </a:solidFill>
                          <a:effectLst/>
                        </a:rPr>
                        <a:t>Sicherheitslücken</a:t>
                      </a:r>
                      <a:endParaRPr lang="de-AT" sz="19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Verschlüsselung &amp; Tests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sofort patchen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68543"/>
                  </a:ext>
                </a:extLst>
              </a:tr>
              <a:tr h="7585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b="1" kern="100" cap="none" spc="0">
                          <a:solidFill>
                            <a:schemeClr val="tx1"/>
                          </a:solidFill>
                          <a:effectLst/>
                        </a:rPr>
                        <a:t>LDAP-Integration scheitert</a:t>
                      </a:r>
                      <a:endParaRPr lang="de-AT" sz="19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alternative Anmeldung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manuelle Nutzerverwaltung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93029"/>
                  </a:ext>
                </a:extLst>
              </a:tr>
              <a:tr h="7585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b="1" kern="100" cap="none" spc="0">
                          <a:solidFill>
                            <a:schemeClr val="tx1"/>
                          </a:solidFill>
                          <a:effectLst/>
                        </a:rPr>
                        <a:t>Performanceprobleme</a:t>
                      </a:r>
                      <a:endParaRPr lang="de-AT" sz="19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Lasttests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Serverressourcen erhöhen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45527"/>
                  </a:ext>
                </a:extLst>
              </a:tr>
              <a:tr h="7585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b="1" kern="100" cap="none" spc="0">
                          <a:solidFill>
                            <a:schemeClr val="tx1"/>
                          </a:solidFill>
                          <a:effectLst/>
                        </a:rPr>
                        <a:t>Datenverlust</a:t>
                      </a:r>
                      <a:endParaRPr lang="de-AT" sz="19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automatische Backups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Wiederherstellung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57504"/>
                  </a:ext>
                </a:extLst>
              </a:tr>
              <a:tr h="7585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b="1" kern="100" cap="none" spc="0">
                          <a:solidFill>
                            <a:schemeClr val="tx1"/>
                          </a:solidFill>
                          <a:effectLst/>
                        </a:rPr>
                        <a:t>hohe Systemkomplexität</a:t>
                      </a:r>
                      <a:endParaRPr lang="de-AT" sz="19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modulare Architektur</a:t>
                      </a:r>
                      <a:endParaRPr lang="de-AT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9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Refactoring</a:t>
                      </a:r>
                      <a:r>
                        <a:rPr lang="de-AT" sz="19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 &amp; Dokumentation</a:t>
                      </a:r>
                      <a:endParaRPr lang="de-AT" sz="19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61" marR="33961" marT="147906" marB="339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885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81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C19292-2D5E-47EB-A196-1AC685AD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703" y="2785804"/>
            <a:ext cx="2600573" cy="12824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AT" sz="80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Fazit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971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93FB57-4AA4-EE15-8469-D0D9D306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574" y="16588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Vielen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Dank für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eure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Aufmerksamkeit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223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Breitbild</PresentationFormat>
  <Paragraphs>100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Chat-Co</vt:lpstr>
      <vt:lpstr>Das Team</vt:lpstr>
      <vt:lpstr>Idee:</vt:lpstr>
      <vt:lpstr>Gesamtziel:</vt:lpstr>
      <vt:lpstr>Teilziele</vt:lpstr>
      <vt:lpstr>Nutzen für Unternehmen</vt:lpstr>
      <vt:lpstr>Technischer Stack</vt:lpstr>
      <vt:lpstr>Projektphasen</vt:lpstr>
      <vt:lpstr>Meilensteinplan</vt:lpstr>
      <vt:lpstr>Risikoanalyse</vt:lpstr>
      <vt:lpstr>Fazit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Rutz Alexander</dc:creator>
  <cp:lastModifiedBy>Rutz Alexander</cp:lastModifiedBy>
  <cp:revision>3</cp:revision>
  <dcterms:created xsi:type="dcterms:W3CDTF">2026-02-23T17:02:32Z</dcterms:created>
  <dcterms:modified xsi:type="dcterms:W3CDTF">2026-02-24T07:08:15Z</dcterms:modified>
</cp:coreProperties>
</file>